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5"/>
  </p:notesMasterIdLst>
  <p:sldIdLst>
    <p:sldId id="410" r:id="rId4"/>
    <p:sldId id="754" r:id="rId6"/>
    <p:sldId id="747" r:id="rId7"/>
    <p:sldId id="814" r:id="rId8"/>
    <p:sldId id="780" r:id="rId9"/>
    <p:sldId id="716" r:id="rId10"/>
    <p:sldId id="731" r:id="rId11"/>
    <p:sldId id="790" r:id="rId12"/>
    <p:sldId id="726" r:id="rId13"/>
    <p:sldId id="735" r:id="rId14"/>
    <p:sldId id="800" r:id="rId15"/>
    <p:sldId id="776" r:id="rId16"/>
    <p:sldId id="777" r:id="rId17"/>
    <p:sldId id="736" r:id="rId18"/>
    <p:sldId id="775" r:id="rId19"/>
    <p:sldId id="828" r:id="rId20"/>
  </p:sldIdLst>
  <p:sldSz cx="12192000" cy="6858000"/>
  <p:notesSz cx="6858000" cy="9144000"/>
  <p:custDataLst>
    <p:tags r:id="rId2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8080"/>
    <a:srgbClr val="EFEFEF"/>
    <a:srgbClr val="F2F2F2"/>
    <a:srgbClr val="000000"/>
    <a:srgbClr val="FFFFFF"/>
    <a:srgbClr val="F6F8FB"/>
    <a:srgbClr val="A1DFE1"/>
    <a:srgbClr val="E5A592"/>
    <a:srgbClr val="C1CADB"/>
    <a:srgbClr val="C0DBE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736" autoAdjust="0"/>
    <p:restoredTop sz="95584" autoAdjust="0"/>
  </p:normalViewPr>
  <p:slideViewPr>
    <p:cSldViewPr snapToGrid="0">
      <p:cViewPr varScale="1">
        <p:scale>
          <a:sx n="110" d="100"/>
          <a:sy n="110" d="100"/>
        </p:scale>
        <p:origin x="300" y="114"/>
      </p:cViewPr>
      <p:guideLst/>
    </p:cSldViewPr>
  </p:slideViewPr>
  <p:outlineViewPr>
    <p:cViewPr>
      <p:scale>
        <a:sx n="33" d="100"/>
        <a:sy n="33" d="100"/>
      </p:scale>
      <p:origin x="0" y="0"/>
    </p:cViewPr>
  </p:outlineViewPr>
  <p:notesTextViewPr>
    <p:cViewPr>
      <p:scale>
        <a:sx n="1" d="1"/>
        <a:sy n="1" d="1"/>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4" Type="http://schemas.openxmlformats.org/officeDocument/2006/relationships/tags" Target="tags/tag63.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3B8ED925-CA01-421B-AFEF-F76D4320BFD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43F3C63-A1AE-4441-B6AD-2013F73B0DF5}"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B8ED925-CA01-421B-AFEF-F76D4320BFD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43F3C63-A1AE-4441-B6AD-2013F73B0DF5}"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3B8ED925-CA01-421B-AFEF-F76D4320BFD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43F3C63-A1AE-4441-B6AD-2013F73B0DF5}"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3B8ED925-CA01-421B-AFEF-F76D4320BFD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43F3C63-A1AE-4441-B6AD-2013F73B0DF5}"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3B8ED925-CA01-421B-AFEF-F76D4320BFD6}"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A43F3C63-A1AE-4441-B6AD-2013F73B0DF5}"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3B8ED925-CA01-421B-AFEF-F76D4320BFD6}"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43F3C63-A1AE-4441-B6AD-2013F73B0DF5}"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B8ED925-CA01-421B-AFEF-F76D4320BFD6}"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43F3C63-A1AE-4441-B6AD-2013F73B0DF5}"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3B8ED925-CA01-421B-AFEF-F76D4320BFD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43F3C63-A1AE-4441-B6AD-2013F73B0DF5}"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3B8ED925-CA01-421B-AFEF-F76D4320BFD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43F3C63-A1AE-4441-B6AD-2013F73B0DF5}"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B8ED925-CA01-421B-AFEF-F76D4320BFD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43F3C63-A1AE-4441-B6AD-2013F73B0DF5}"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B8ED925-CA01-421B-AFEF-F76D4320BFD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43F3C63-A1AE-4441-B6AD-2013F73B0DF5}"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3B8ED925-CA01-421B-AFEF-F76D4320BFD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43F3C63-A1AE-4441-B6AD-2013F73B0DF5}"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B8ED925-CA01-421B-AFEF-F76D4320BFD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43F3C63-A1AE-4441-B6AD-2013F73B0DF5}"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3B8ED925-CA01-421B-AFEF-F76D4320BFD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43F3C63-A1AE-4441-B6AD-2013F73B0DF5}"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3B8ED925-CA01-421B-AFEF-F76D4320BFD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43F3C63-A1AE-4441-B6AD-2013F73B0DF5}"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3B8ED925-CA01-421B-AFEF-F76D4320BFD6}"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A43F3C63-A1AE-4441-B6AD-2013F73B0DF5}"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3B8ED925-CA01-421B-AFEF-F76D4320BFD6}"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43F3C63-A1AE-4441-B6AD-2013F73B0DF5}"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B8ED925-CA01-421B-AFEF-F76D4320BFD6}"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43F3C63-A1AE-4441-B6AD-2013F73B0DF5}"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3B8ED925-CA01-421B-AFEF-F76D4320BFD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43F3C63-A1AE-4441-B6AD-2013F73B0DF5}"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3B8ED925-CA01-421B-AFEF-F76D4320BFD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43F3C63-A1AE-4441-B6AD-2013F73B0DF5}"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B8ED925-CA01-421B-AFEF-F76D4320BFD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43F3C63-A1AE-4441-B6AD-2013F73B0DF5}"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B8ED925-CA01-421B-AFEF-F76D4320BFD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43F3C63-A1AE-4441-B6AD-2013F73B0DF5}"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B8ED925-CA01-421B-AFEF-F76D4320BFD6}"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3F3C63-A1AE-4441-B6AD-2013F73B0DF5}"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B8ED925-CA01-421B-AFEF-F76D4320BFD6}"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3F3C63-A1AE-4441-B6AD-2013F73B0DF5}"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7.png"/><Relationship Id="rId8" Type="http://schemas.openxmlformats.org/officeDocument/2006/relationships/image" Target="../media/image6.png"/><Relationship Id="rId7" Type="http://schemas.openxmlformats.org/officeDocument/2006/relationships/image" Target="../media/image5.png"/><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slide" Target="slide1.xml"/><Relationship Id="rId3" Type="http://schemas.openxmlformats.org/officeDocument/2006/relationships/image" Target="../media/image2.png"/><Relationship Id="rId2" Type="http://schemas.openxmlformats.org/officeDocument/2006/relationships/tags" Target="../tags/tag1.xml"/><Relationship Id="rId11" Type="http://schemas.openxmlformats.org/officeDocument/2006/relationships/notesSlide" Target="../notesSlides/notesSlide1.xml"/><Relationship Id="rId10" Type="http://schemas.openxmlformats.org/officeDocument/2006/relationships/slideLayout" Target="../slideLayouts/slideLayout7.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slideLayout" Target="../slideLayouts/slideLayout18.xml"/><Relationship Id="rId6" Type="http://schemas.openxmlformats.org/officeDocument/2006/relationships/image" Target="../media/image12.jpeg"/><Relationship Id="rId5" Type="http://schemas.openxmlformats.org/officeDocument/2006/relationships/image" Target="../media/image11.jpeg"/><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slide" Target="slide1.xml"/><Relationship Id="rId1" Type="http://schemas.openxmlformats.org/officeDocument/2006/relationships/image" Target="../media/image8.png"/></Relationships>
</file>

<file path=ppt/slides/_rels/slide3.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18.xml"/><Relationship Id="rId5" Type="http://schemas.openxmlformats.org/officeDocument/2006/relationships/image" Target="../media/image14.jpeg"/><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slide" Target="slide1.xml"/><Relationship Id="rId1" Type="http://schemas.openxmlformats.org/officeDocument/2006/relationships/image" Target="../media/image13.png"/></Relationships>
</file>

<file path=ppt/slides/_rels/slide4.xml.rels><?xml version="1.0" encoding="UTF-8" standalone="yes"?>
<Relationships xmlns="http://schemas.openxmlformats.org/package/2006/relationships"><Relationship Id="rId9" Type="http://schemas.openxmlformats.org/officeDocument/2006/relationships/image" Target="../media/image19.jpeg"/><Relationship Id="rId8" Type="http://schemas.openxmlformats.org/officeDocument/2006/relationships/image" Target="../media/image18.jpeg"/><Relationship Id="rId7" Type="http://schemas.openxmlformats.org/officeDocument/2006/relationships/image" Target="../media/image17.jpeg"/><Relationship Id="rId6" Type="http://schemas.openxmlformats.org/officeDocument/2006/relationships/image" Target="../media/image16.jpeg"/><Relationship Id="rId5" Type="http://schemas.openxmlformats.org/officeDocument/2006/relationships/image" Target="../media/image15.jpeg"/><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slide" Target="slide1.xml"/><Relationship Id="rId13" Type="http://schemas.openxmlformats.org/officeDocument/2006/relationships/notesSlide" Target="../notesSlides/notesSlide4.xml"/><Relationship Id="rId12" Type="http://schemas.openxmlformats.org/officeDocument/2006/relationships/slideLayout" Target="../slideLayouts/slideLayout18.xml"/><Relationship Id="rId11" Type="http://schemas.openxmlformats.org/officeDocument/2006/relationships/image" Target="../media/image21.jpeg"/><Relationship Id="rId10" Type="http://schemas.openxmlformats.org/officeDocument/2006/relationships/image" Target="../media/image20.jpeg"/><Relationship Id="rId1" Type="http://schemas.openxmlformats.org/officeDocument/2006/relationships/image" Target="../media/image13.png"/></Relationships>
</file>

<file path=ppt/slides/_rels/slide5.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image" Target="../media/image22.jpeg"/><Relationship Id="rId2" Type="http://schemas.openxmlformats.org/officeDocument/2006/relationships/tags" Target="../tags/tag3.xml"/><Relationship Id="rId12" Type="http://schemas.openxmlformats.org/officeDocument/2006/relationships/slideLayout" Target="../slideLayouts/slideLayout7.xml"/><Relationship Id="rId11" Type="http://schemas.openxmlformats.org/officeDocument/2006/relationships/tags" Target="../tags/tag10.xml"/><Relationship Id="rId10" Type="http://schemas.openxmlformats.org/officeDocument/2006/relationships/image" Target="../media/image23.png"/><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25.jpeg"/><Relationship Id="rId3" Type="http://schemas.openxmlformats.org/officeDocument/2006/relationships/image" Target="../media/image10.png"/><Relationship Id="rId2" Type="http://schemas.openxmlformats.org/officeDocument/2006/relationships/slide" Target="slide1.xml"/><Relationship Id="rId1" Type="http://schemas.openxmlformats.org/officeDocument/2006/relationships/image" Target="../media/image24.png"/></Relationships>
</file>

<file path=ppt/slides/_rels/slide7.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26.jpeg"/><Relationship Id="rId4" Type="http://schemas.openxmlformats.org/officeDocument/2006/relationships/image" Target="../media/image9.png"/><Relationship Id="rId3" Type="http://schemas.openxmlformats.org/officeDocument/2006/relationships/image" Target="../media/image10.png"/><Relationship Id="rId2" Type="http://schemas.openxmlformats.org/officeDocument/2006/relationships/slide" Target="slide1.xml"/><Relationship Id="rId1" Type="http://schemas.openxmlformats.org/officeDocument/2006/relationships/image" Target="../media/image24.png"/></Relationships>
</file>

<file path=ppt/slides/_rels/slide8.xml.rels><?xml version="1.0" encoding="UTF-8" standalone="yes"?>
<Relationships xmlns="http://schemas.openxmlformats.org/package/2006/relationships"><Relationship Id="rId9" Type="http://schemas.openxmlformats.org/officeDocument/2006/relationships/tags" Target="../tags/tag18.xml"/><Relationship Id="rId8" Type="http://schemas.openxmlformats.org/officeDocument/2006/relationships/tags" Target="../tags/tag17.xml"/><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image" Target="../media/image27.jpeg"/><Relationship Id="rId2" Type="http://schemas.openxmlformats.org/officeDocument/2006/relationships/tags" Target="../tags/tag12.xml"/><Relationship Id="rId12" Type="http://schemas.openxmlformats.org/officeDocument/2006/relationships/slideLayout" Target="../slideLayouts/slideLayout7.xml"/><Relationship Id="rId11" Type="http://schemas.openxmlformats.org/officeDocument/2006/relationships/tags" Target="../tags/tag19.xml"/><Relationship Id="rId10" Type="http://schemas.openxmlformats.org/officeDocument/2006/relationships/image" Target="../media/image23.png"/><Relationship Id="rId1" Type="http://schemas.openxmlformats.org/officeDocument/2006/relationships/tags" Target="../tags/tag11.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0.png"/><Relationship Id="rId2" Type="http://schemas.openxmlformats.org/officeDocument/2006/relationships/slide" Target="slide1.xml"/><Relationship Id="rId1" Type="http://schemas.openxmlformats.org/officeDocument/2006/relationships/image" Target="../media/image24.png"/></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28.jpeg"/><Relationship Id="rId3" Type="http://schemas.openxmlformats.org/officeDocument/2006/relationships/image" Target="../media/image10.png"/><Relationship Id="rId2" Type="http://schemas.openxmlformats.org/officeDocument/2006/relationships/slide" Target="slide1.xml"/><Relationship Id="rId1" Type="http://schemas.openxmlformats.org/officeDocument/2006/relationships/image" Target="../media/image24.png"/></Relationships>
</file>

<file path=ppt/slides/_rels/slide11.xml.rels><?xml version="1.0" encoding="UTF-8" standalone="yes"?>
<Relationships xmlns="http://schemas.openxmlformats.org/package/2006/relationships"><Relationship Id="rId9" Type="http://schemas.openxmlformats.org/officeDocument/2006/relationships/tags" Target="../tags/tag28.xml"/><Relationship Id="rId8" Type="http://schemas.openxmlformats.org/officeDocument/2006/relationships/tags" Target="../tags/tag27.xml"/><Relationship Id="rId7" Type="http://schemas.openxmlformats.org/officeDocument/2006/relationships/tags" Target="../tags/tag26.xml"/><Relationship Id="rId6" Type="http://schemas.openxmlformats.org/officeDocument/2006/relationships/tags" Target="../tags/tag25.xml"/><Relationship Id="rId5" Type="http://schemas.openxmlformats.org/officeDocument/2006/relationships/tags" Target="../tags/tag24.xml"/><Relationship Id="rId4" Type="http://schemas.openxmlformats.org/officeDocument/2006/relationships/tags" Target="../tags/tag23.xml"/><Relationship Id="rId3" Type="http://schemas.openxmlformats.org/officeDocument/2006/relationships/tags" Target="../tags/tag22.xml"/><Relationship Id="rId2" Type="http://schemas.openxmlformats.org/officeDocument/2006/relationships/tags" Target="../tags/tag21.xml"/><Relationship Id="rId19" Type="http://schemas.openxmlformats.org/officeDocument/2006/relationships/slideLayout" Target="../slideLayouts/slideLayout7.xml"/><Relationship Id="rId18" Type="http://schemas.openxmlformats.org/officeDocument/2006/relationships/tags" Target="../tags/tag36.xml"/><Relationship Id="rId17" Type="http://schemas.openxmlformats.org/officeDocument/2006/relationships/image" Target="../media/image23.png"/><Relationship Id="rId16" Type="http://schemas.openxmlformats.org/officeDocument/2006/relationships/tags" Target="../tags/tag35.xml"/><Relationship Id="rId15" Type="http://schemas.openxmlformats.org/officeDocument/2006/relationships/tags" Target="../tags/tag34.xml"/><Relationship Id="rId14" Type="http://schemas.openxmlformats.org/officeDocument/2006/relationships/tags" Target="../tags/tag33.xml"/><Relationship Id="rId13" Type="http://schemas.openxmlformats.org/officeDocument/2006/relationships/tags" Target="../tags/tag32.xml"/><Relationship Id="rId12" Type="http://schemas.openxmlformats.org/officeDocument/2006/relationships/tags" Target="../tags/tag31.xml"/><Relationship Id="rId11" Type="http://schemas.openxmlformats.org/officeDocument/2006/relationships/tags" Target="../tags/tag30.xml"/><Relationship Id="rId10" Type="http://schemas.openxmlformats.org/officeDocument/2006/relationships/tags" Target="../tags/tag29.xml"/><Relationship Id="rId1" Type="http://schemas.openxmlformats.org/officeDocument/2006/relationships/tags" Target="../tags/tag20.xml"/></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0.png"/><Relationship Id="rId2" Type="http://schemas.openxmlformats.org/officeDocument/2006/relationships/slide" Target="slide1.xml"/><Relationship Id="rId1" Type="http://schemas.openxmlformats.org/officeDocument/2006/relationships/image" Target="../media/image24.png"/></Relationships>
</file>

<file path=ppt/slides/_rels/slide13.xml.rels><?xml version="1.0" encoding="UTF-8" standalone="yes"?>
<Relationships xmlns="http://schemas.openxmlformats.org/package/2006/relationships"><Relationship Id="rId9" Type="http://schemas.openxmlformats.org/officeDocument/2006/relationships/tags" Target="../tags/tag44.xml"/><Relationship Id="rId8" Type="http://schemas.openxmlformats.org/officeDocument/2006/relationships/tags" Target="../tags/tag43.xml"/><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image" Target="../media/image29.jpeg"/><Relationship Id="rId2" Type="http://schemas.openxmlformats.org/officeDocument/2006/relationships/tags" Target="../tags/tag38.xml"/><Relationship Id="rId12" Type="http://schemas.openxmlformats.org/officeDocument/2006/relationships/slideLayout" Target="../slideLayouts/slideLayout7.xml"/><Relationship Id="rId11" Type="http://schemas.openxmlformats.org/officeDocument/2006/relationships/tags" Target="../tags/tag45.xml"/><Relationship Id="rId10" Type="http://schemas.openxmlformats.org/officeDocument/2006/relationships/image" Target="../media/image23.png"/><Relationship Id="rId1" Type="http://schemas.openxmlformats.org/officeDocument/2006/relationships/tags" Target="../tags/tag37.xml"/></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0.png"/><Relationship Id="rId2" Type="http://schemas.openxmlformats.org/officeDocument/2006/relationships/slide" Target="slide1.xml"/><Relationship Id="rId1" Type="http://schemas.openxmlformats.org/officeDocument/2006/relationships/image" Target="../media/image24.png"/></Relationships>
</file>

<file path=ppt/slides/_rels/slide15.xml.rels><?xml version="1.0" encoding="UTF-8" standalone="yes"?>
<Relationships xmlns="http://schemas.openxmlformats.org/package/2006/relationships"><Relationship Id="rId9" Type="http://schemas.openxmlformats.org/officeDocument/2006/relationships/tags" Target="../tags/tag54.xml"/><Relationship Id="rId8" Type="http://schemas.openxmlformats.org/officeDocument/2006/relationships/tags" Target="../tags/tag53.xml"/><Relationship Id="rId7" Type="http://schemas.openxmlformats.org/officeDocument/2006/relationships/tags" Target="../tags/tag52.xml"/><Relationship Id="rId6" Type="http://schemas.openxmlformats.org/officeDocument/2006/relationships/tags" Target="../tags/tag51.xml"/><Relationship Id="rId5" Type="http://schemas.openxmlformats.org/officeDocument/2006/relationships/tags" Target="../tags/tag50.xml"/><Relationship Id="rId4" Type="http://schemas.openxmlformats.org/officeDocument/2006/relationships/tags" Target="../tags/tag49.xml"/><Relationship Id="rId3" Type="http://schemas.openxmlformats.org/officeDocument/2006/relationships/tags" Target="../tags/tag48.xml"/><Relationship Id="rId2" Type="http://schemas.openxmlformats.org/officeDocument/2006/relationships/tags" Target="../tags/tag47.xml"/><Relationship Id="rId19" Type="http://schemas.openxmlformats.org/officeDocument/2006/relationships/slideLayout" Target="../slideLayouts/slideLayout7.xml"/><Relationship Id="rId18" Type="http://schemas.openxmlformats.org/officeDocument/2006/relationships/tags" Target="../tags/tag62.xml"/><Relationship Id="rId17" Type="http://schemas.openxmlformats.org/officeDocument/2006/relationships/image" Target="../media/image23.png"/><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tags" Target="../tags/tag56.xml"/><Relationship Id="rId10" Type="http://schemas.openxmlformats.org/officeDocument/2006/relationships/tags" Target="../tags/tag55.xml"/><Relationship Id="rId1" Type="http://schemas.openxmlformats.org/officeDocument/2006/relationships/tags" Target="../tags/tag46.xml"/></Relationships>
</file>

<file path=ppt/slides/_rels/slide16.xml.rels><?xml version="1.0" encoding="UTF-8" standalone="yes"?>
<Relationships xmlns="http://schemas.openxmlformats.org/package/2006/relationships"><Relationship Id="rId7" Type="http://schemas.openxmlformats.org/officeDocument/2006/relationships/notesSlide" Target="../notesSlides/notesSlide5.xml"/><Relationship Id="rId6" Type="http://schemas.openxmlformats.org/officeDocument/2006/relationships/slideLayout" Target="../slideLayouts/slideLayout18.xml"/><Relationship Id="rId5" Type="http://schemas.openxmlformats.org/officeDocument/2006/relationships/image" Target="../media/image30.png"/><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slide" Target="slide1.xml"/><Relationship Id="rId1"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650836" y="0"/>
            <a:ext cx="9541164" cy="6862617"/>
          </a:xfrm>
          <a:prstGeom prst="rect">
            <a:avLst/>
          </a:prstGeom>
        </p:spPr>
      </p:pic>
      <p:pic>
        <p:nvPicPr>
          <p:cNvPr id="2" name="图片 1" descr="未标题-2"/>
          <p:cNvPicPr>
            <a:picLocks noChangeAspect="1"/>
          </p:cNvPicPr>
          <p:nvPr>
            <p:custDataLst>
              <p:tags r:id="rId2"/>
            </p:custDataLst>
          </p:nvPr>
        </p:nvPicPr>
        <p:blipFill>
          <a:blip r:embed="rId3"/>
          <a:srcRect t="8848" r="27500"/>
          <a:stretch>
            <a:fillRect/>
          </a:stretch>
        </p:blipFill>
        <p:spPr>
          <a:xfrm>
            <a:off x="0" y="-2886"/>
            <a:ext cx="7977505" cy="6860886"/>
          </a:xfrm>
          <a:prstGeom prst="rect">
            <a:avLst/>
          </a:prstGeom>
        </p:spPr>
      </p:pic>
      <p:sp>
        <p:nvSpPr>
          <p:cNvPr id="31" name="文本框 86"/>
          <p:cNvSpPr txBox="1"/>
          <p:nvPr/>
        </p:nvSpPr>
        <p:spPr>
          <a:xfrm>
            <a:off x="751594" y="299544"/>
            <a:ext cx="2697975" cy="707886"/>
          </a:xfrm>
          <a:prstGeom prst="rect">
            <a:avLst/>
          </a:prstGeom>
          <a:noFill/>
          <a:effectLst>
            <a:outerShdw blurRad="393700" dist="698500" dir="8100000" sx="119000" sy="119000" algn="tr" rotWithShape="0">
              <a:prstClr val="black">
                <a:alpha val="63000"/>
              </a:prstClr>
            </a:outerShdw>
          </a:effectLst>
        </p:spPr>
        <p:txBody>
          <a:bodyPr wrap="square" rtlCol="0">
            <a:spAutoFit/>
          </a:bodyPr>
          <a:lstStyle/>
          <a:p>
            <a:r>
              <a:rPr lang="en-US" altLang="zh-CN" sz="4000" b="1" dirty="0">
                <a:solidFill>
                  <a:schemeClr val="accent6">
                    <a:lumMod val="75000"/>
                  </a:schemeClr>
                </a:solidFill>
                <a:latin typeface="Arial Black" panose="020B0A04020102020204" pitchFamily="34" charset="0"/>
                <a:ea typeface="思源黑体 CN Regular" panose="020B0500000000000000" charset="-122"/>
              </a:rPr>
              <a:t>Unit  5</a:t>
            </a:r>
            <a:endParaRPr lang="en-US" altLang="zh-CN" sz="4000" b="1" dirty="0">
              <a:solidFill>
                <a:schemeClr val="accent6">
                  <a:lumMod val="75000"/>
                </a:schemeClr>
              </a:solidFill>
              <a:latin typeface="Arial Black" panose="020B0A04020102020204" pitchFamily="34" charset="0"/>
              <a:ea typeface="思源黑体 CN Regular" panose="020B0500000000000000" charset="-122"/>
            </a:endParaRPr>
          </a:p>
        </p:txBody>
      </p:sp>
      <p:pic>
        <p:nvPicPr>
          <p:cNvPr id="15" name="图片 14">
            <a:hlinkClick r:id="rId4" action="ppaction://hlinksldjump"/>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3763" y="2516437"/>
            <a:ext cx="3016405" cy="501676"/>
          </a:xfrm>
          <a:prstGeom prst="rect">
            <a:avLst/>
          </a:prstGeom>
        </p:spPr>
      </p:pic>
      <p:pic>
        <p:nvPicPr>
          <p:cNvPr id="17" name="图片 16">
            <a:hlinkClick r:id="rId4" action="ppaction://hlinksldjump"/>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93763" y="3268056"/>
            <a:ext cx="5004057" cy="501676"/>
          </a:xfrm>
          <a:prstGeom prst="rect">
            <a:avLst/>
          </a:prstGeom>
        </p:spPr>
      </p:pic>
      <p:pic>
        <p:nvPicPr>
          <p:cNvPr id="19" name="图片 18">
            <a:hlinkClick r:id="rId4" action="ppaction://hlinksldjump"/>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93763" y="4019675"/>
            <a:ext cx="3016405" cy="495325"/>
          </a:xfrm>
          <a:prstGeom prst="rect">
            <a:avLst/>
          </a:prstGeom>
        </p:spPr>
      </p:pic>
      <p:pic>
        <p:nvPicPr>
          <p:cNvPr id="21" name="图片 20">
            <a:hlinkClick r:id="rId4" action="ppaction://hlinksldjump"/>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93763" y="4764943"/>
            <a:ext cx="3733992" cy="488975"/>
          </a:xfrm>
          <a:prstGeom prst="rect">
            <a:avLst/>
          </a:prstGeom>
        </p:spPr>
      </p:pic>
      <p:pic>
        <p:nvPicPr>
          <p:cNvPr id="23" name="图片 22">
            <a:hlinkClick r:id="rId4" action="ppaction://hlinksldjump"/>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21471" y="5503862"/>
            <a:ext cx="5512083" cy="501676"/>
          </a:xfrm>
          <a:prstGeom prst="rect">
            <a:avLst/>
          </a:prstGeom>
        </p:spPr>
      </p:pic>
      <p:sp>
        <p:nvSpPr>
          <p:cNvPr id="11" name="矩形 3"/>
          <p:cNvSpPr>
            <a:spLocks noChangeArrowheads="1"/>
          </p:cNvSpPr>
          <p:nvPr/>
        </p:nvSpPr>
        <p:spPr bwMode="auto">
          <a:xfrm>
            <a:off x="187960" y="1313815"/>
            <a:ext cx="5104130" cy="829945"/>
          </a:xfrm>
          <a:prstGeom prst="rect">
            <a:avLst/>
          </a:prstGeom>
          <a:noFill/>
          <a:ln w="9525">
            <a:noFill/>
            <a:miter lim="800000"/>
          </a:ln>
        </p:spPr>
        <p:txBody>
          <a:bodyPr wrap="square">
            <a:spAutoFit/>
          </a:bodyPr>
          <a:p>
            <a:pPr marL="1270" marR="0" lvl="0" indent="0" algn="ctr" defTabSz="914400" rtl="0" eaLnBrk="0" fontAlgn="base" latinLnBrk="0" hangingPunct="0">
              <a:lnSpc>
                <a:spcPct val="100000"/>
              </a:lnSpc>
              <a:spcBef>
                <a:spcPct val="0"/>
              </a:spcBef>
              <a:spcAft>
                <a:spcPct val="0"/>
              </a:spcAft>
              <a:buClrTx/>
              <a:buSzTx/>
              <a:buFontTx/>
              <a:buNone/>
              <a:defRPr/>
            </a:pPr>
            <a:r>
              <a:rPr lang="en-US" altLang="zh-CN" sz="4800" b="1" dirty="0">
                <a:solidFill>
                  <a:schemeClr val="accent6">
                    <a:lumMod val="75000"/>
                  </a:schemeClr>
                </a:solidFill>
                <a:latin typeface="Calibri" panose="020F0502020204030204" charset="0"/>
                <a:ea typeface="宋体" panose="02010600030101010101" pitchFamily="2" charset="-122"/>
              </a:rPr>
              <a:t>The</a:t>
            </a:r>
            <a:r>
              <a:rPr lang="zh-CN" altLang="en-US" sz="4800" b="1" dirty="0">
                <a:solidFill>
                  <a:schemeClr val="accent6">
                    <a:lumMod val="75000"/>
                  </a:schemeClr>
                </a:solidFill>
                <a:latin typeface="Calibri" panose="020F0502020204030204" charset="0"/>
                <a:ea typeface="宋体" panose="02010600030101010101" pitchFamily="2" charset="-122"/>
              </a:rPr>
              <a:t> </a:t>
            </a:r>
            <a:r>
              <a:rPr lang="en-US" altLang="zh-CN" sz="4800" b="1" dirty="0">
                <a:solidFill>
                  <a:schemeClr val="accent6">
                    <a:lumMod val="75000"/>
                  </a:schemeClr>
                </a:solidFill>
                <a:latin typeface="Calibri" panose="020F0502020204030204" charset="0"/>
                <a:ea typeface="宋体" panose="02010600030101010101" pitchFamily="2" charset="-122"/>
              </a:rPr>
              <a:t>Green</a:t>
            </a:r>
            <a:r>
              <a:rPr lang="zh-CN" altLang="en-US" sz="4800" b="1" dirty="0">
                <a:solidFill>
                  <a:schemeClr val="accent6">
                    <a:lumMod val="75000"/>
                  </a:schemeClr>
                </a:solidFill>
                <a:latin typeface="Calibri" panose="020F0502020204030204" charset="0"/>
                <a:ea typeface="宋体" panose="02010600030101010101" pitchFamily="2" charset="-122"/>
              </a:rPr>
              <a:t> </a:t>
            </a:r>
            <a:r>
              <a:rPr lang="en-US" altLang="zh-CN" sz="4800" b="1" dirty="0">
                <a:solidFill>
                  <a:schemeClr val="accent6">
                    <a:lumMod val="75000"/>
                  </a:schemeClr>
                </a:solidFill>
                <a:latin typeface="Calibri" panose="020F0502020204030204" charset="0"/>
                <a:ea typeface="宋体" panose="02010600030101010101" pitchFamily="2" charset="-122"/>
              </a:rPr>
              <a:t>Banana</a:t>
            </a:r>
            <a:r>
              <a:rPr kumimoji="0" lang="en-US" altLang="zh-CN" sz="4800" b="1" i="0" u="none" strike="noStrike" kern="1200" cap="none" spc="0" normalizeH="0" baseline="0" noProof="0" dirty="0">
                <a:ln>
                  <a:noFill/>
                </a:ln>
                <a:solidFill>
                  <a:schemeClr val="accent6">
                    <a:lumMod val="75000"/>
                  </a:schemeClr>
                </a:solidFill>
                <a:effectLst/>
                <a:uLnTx/>
                <a:uFillTx/>
                <a:latin typeface="Calibri" panose="020F0502020204030204" charset="0"/>
                <a:ea typeface="宋体" panose="02010600030101010101" pitchFamily="2" charset="-122"/>
                <a:cs typeface="+mn-cs"/>
              </a:rPr>
              <a:t> </a:t>
            </a:r>
            <a:endParaRPr kumimoji="0" lang="en-US" altLang="zh-CN" sz="4800" b="1" i="0" u="none" strike="noStrike" kern="1200" cap="none" spc="0" normalizeH="0" baseline="0" noProof="0" dirty="0">
              <a:ln>
                <a:noFill/>
              </a:ln>
              <a:solidFill>
                <a:schemeClr val="accent6">
                  <a:lumMod val="75000"/>
                </a:schemeClr>
              </a:solidFill>
              <a:effectLst/>
              <a:uLnTx/>
              <a:uFillTx/>
              <a:latin typeface="Calibri" panose="020F0502020204030204" charset="0"/>
              <a:ea typeface="宋体" panose="02010600030101010101" pitchFamily="2" charset="-122"/>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1"/>
          <a:tile ty="19050"/>
        </a:blipFill>
        <a:effectLst/>
      </p:bgPr>
    </p:bg>
    <p:spTree>
      <p:nvGrpSpPr>
        <p:cNvPr id="1" name=""/>
        <p:cNvGrpSpPr/>
        <p:nvPr/>
      </p:nvGrpSpPr>
      <p:grpSpPr>
        <a:xfrm>
          <a:off x="0" y="0"/>
          <a:ext cx="0" cy="0"/>
          <a:chOff x="0" y="0"/>
          <a:chExt cx="0" cy="0"/>
        </a:xfrm>
      </p:grpSpPr>
      <p:sp>
        <p:nvSpPr>
          <p:cNvPr id="9" name="内容占位符 2"/>
          <p:cNvSpPr>
            <a:spLocks noGrp="1"/>
          </p:cNvSpPr>
          <p:nvPr/>
        </p:nvSpPr>
        <p:spPr>
          <a:xfrm>
            <a:off x="567690" y="890905"/>
            <a:ext cx="10383520" cy="598805"/>
          </a:xfrm>
          <a:prstGeom prst="rect">
            <a:avLst/>
          </a:prstGeom>
          <a:noFill/>
          <a:ln w="9525">
            <a:noFill/>
            <a:miter lim="800000"/>
          </a:ln>
        </p:spPr>
        <p:txBody>
          <a:bodyPr vert="horz" wrap="square" lIns="91440" tIns="45720" rIns="91440" bIns="45720" numCol="1" anchor="t" anchorCtr="0" compatLnSpc="1"/>
          <a:lstStyle>
            <a:lvl1pPr marL="228600" indent="-22733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733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733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52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4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6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8470" indent="-457200" algn="just" eaLnBrk="1" hangingPunct="1">
              <a:lnSpc>
                <a:spcPct val="100000"/>
              </a:lnSpc>
              <a:buFont typeface="Wingdings" panose="05000000000000000000" pitchFamily="2" charset="2"/>
              <a:buChar char="Ø"/>
              <a:defRPr/>
            </a:pPr>
            <a:r>
              <a:rPr lang="en-US" b="1" dirty="0">
                <a:solidFill>
                  <a:prstClr val="black"/>
                </a:solidFill>
                <a:latin typeface="Calibri" panose="020F0502020204030204"/>
                <a:ea typeface="宋体" panose="02010600030101010101" pitchFamily="2" charset="-122"/>
              </a:rPr>
              <a:t>Where is the place in the picture?</a:t>
            </a:r>
            <a:r>
              <a:rPr lang="en-US" altLang="zh-CN" spc="-100" dirty="0">
                <a:solidFill>
                  <a:prstClr val="black"/>
                </a:solidFill>
                <a:latin typeface="Calibri" panose="020F0502020204030204" charset="0"/>
                <a:ea typeface="宋体" panose="02010600030101010101" pitchFamily="2" charset="-122"/>
                <a:cs typeface="Calibri" panose="020F0502020204030204" charset="0"/>
              </a:rPr>
              <a:t>        </a:t>
            </a:r>
            <a:endParaRPr kumimoji="0" lang="en-US" altLang="zh-CN" sz="2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4100" name="文本框 4"/>
          <p:cNvSpPr txBox="1">
            <a:spLocks noChangeArrowheads="1"/>
          </p:cNvSpPr>
          <p:nvPr/>
        </p:nvSpPr>
        <p:spPr bwMode="auto">
          <a:xfrm>
            <a:off x="184150" y="160338"/>
            <a:ext cx="2216150" cy="460375"/>
          </a:xfrm>
          <a:prstGeom prst="rect">
            <a:avLst/>
          </a:prstGeom>
          <a:noFill/>
          <a:ln w="9525">
            <a:noFill/>
            <a:miter lim="800000"/>
          </a:ln>
          <a:effectLst>
            <a:outerShdw blurRad="50800" dist="38100" dir="5400000" algn="t" rotWithShape="0">
              <a:prstClr val="black">
                <a:alpha val="40000"/>
              </a:prstClr>
            </a:outerShdw>
          </a:effectLst>
        </p:spPr>
        <p:txBody>
          <a:bodyPr>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rPr>
              <a:t>Background</a:t>
            </a:r>
            <a:endPar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endParaRPr>
          </a:p>
        </p:txBody>
      </p:sp>
      <p:pic>
        <p:nvPicPr>
          <p:cNvPr id="42" name="图片 41">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t="18378" b="31548"/>
          <a:stretch>
            <a:fillRect/>
          </a:stretch>
        </p:blipFill>
        <p:spPr>
          <a:xfrm>
            <a:off x="10627995" y="157155"/>
            <a:ext cx="524510" cy="427355"/>
          </a:xfrm>
          <a:prstGeom prst="rect">
            <a:avLst/>
          </a:prstGeom>
        </p:spPr>
      </p:pic>
      <p:pic>
        <p:nvPicPr>
          <p:cNvPr id="8" name="图片 7">
            <a:hlinkClick r:id="rId2" action="ppaction://hlinksldjump"/>
          </p:cNvPr>
          <p:cNvPicPr>
            <a:picLocks noChangeAspect="1"/>
          </p:cNvPicPr>
          <p:nvPr/>
        </p:nvPicPr>
        <p:blipFill>
          <a:blip r:embed="rId4">
            <a:extLst>
              <a:ext uri="{28A0092B-C50C-407E-A947-70E740481C1C}">
                <a14:useLocalDpi xmlns:a14="http://schemas.microsoft.com/office/drawing/2010/main" val="0"/>
              </a:ext>
            </a:extLst>
          </a:blip>
          <a:srcRect l="10347" t="37811" r="43034" b="24326"/>
          <a:stretch>
            <a:fillRect/>
          </a:stretch>
        </p:blipFill>
        <p:spPr>
          <a:xfrm>
            <a:off x="11264265" y="158149"/>
            <a:ext cx="503555" cy="454660"/>
          </a:xfrm>
          <a:prstGeom prst="rect">
            <a:avLst/>
          </a:prstGeom>
        </p:spPr>
      </p:pic>
      <p:pic>
        <p:nvPicPr>
          <p:cNvPr id="7" name="图片 6" descr="山上的城堡&#10;&#10;中度可信度描述已自动生成"/>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62258" y="2604477"/>
            <a:ext cx="5701152" cy="2705100"/>
          </a:xfrm>
          <a:prstGeom prst="rect">
            <a:avLst/>
          </a:prstGeom>
        </p:spPr>
      </p:pic>
      <p:pic>
        <p:nvPicPr>
          <p:cNvPr id="2" name="图片 1"/>
          <p:cNvPicPr/>
          <p:nvPr/>
        </p:nvPicPr>
        <p:blipFill>
          <a:blip r:embed="rId6"/>
          <a:stretch>
            <a:fillRect/>
          </a:stretch>
        </p:blipFill>
        <p:spPr>
          <a:xfrm>
            <a:off x="6963410" y="2604770"/>
            <a:ext cx="3408680" cy="2704465"/>
          </a:xfrm>
          <a:prstGeom prst="rect">
            <a:avLst/>
          </a:prstGeom>
        </p:spPr>
      </p:pic>
      <p:sp>
        <p:nvSpPr>
          <p:cNvPr id="3" name="文本框 2"/>
          <p:cNvSpPr txBox="1"/>
          <p:nvPr/>
        </p:nvSpPr>
        <p:spPr>
          <a:xfrm>
            <a:off x="1170305" y="1564005"/>
            <a:ext cx="9982200" cy="953135"/>
          </a:xfrm>
          <a:prstGeom prst="rect">
            <a:avLst/>
          </a:prstGeom>
          <a:noFill/>
        </p:spPr>
        <p:txBody>
          <a:bodyPr wrap="square" rtlCol="0">
            <a:spAutoFit/>
          </a:bodyPr>
          <a:p>
            <a:r>
              <a:rPr lang="en-US" altLang="zh-CN" sz="2800" b="1" spc="-100" dirty="0">
                <a:solidFill>
                  <a:prstClr val="black"/>
                </a:solidFill>
                <a:latin typeface="Calibri" panose="020F0502020204030204" charset="0"/>
                <a:ea typeface="宋体" panose="02010600030101010101" pitchFamily="2" charset="-122"/>
                <a:cs typeface="Calibri" panose="020F0502020204030204" charset="0"/>
                <a:sym typeface="+mn-ea"/>
              </a:rPr>
              <a:t>Rio de Janeiro</a:t>
            </a:r>
            <a:r>
              <a:rPr lang="zh-CN" altLang="en-US" sz="2800" b="1" spc="-100" dirty="0">
                <a:solidFill>
                  <a:prstClr val="black"/>
                </a:solidFill>
                <a:latin typeface="楷体" panose="02010609060101010101" charset="-122"/>
                <a:ea typeface="楷体" panose="02010609060101010101" charset="-122"/>
                <a:cs typeface="Calibri" panose="020F0502020204030204" charset="0"/>
                <a:sym typeface="+mn-ea"/>
              </a:rPr>
              <a:t>里约热内卢</a:t>
            </a:r>
            <a:r>
              <a:rPr lang="en-US" altLang="zh-CN" sz="2800" spc="-100" dirty="0">
                <a:solidFill>
                  <a:prstClr val="black"/>
                </a:solidFill>
                <a:latin typeface="Calibri" panose="020F0502020204030204" charset="0"/>
                <a:ea typeface="宋体" panose="02010600030101010101" pitchFamily="2" charset="-122"/>
                <a:cs typeface="Calibri" panose="020F0502020204030204" charset="0"/>
                <a:sym typeface="+mn-ea"/>
              </a:rPr>
              <a:t>,</a:t>
            </a:r>
            <a:r>
              <a:rPr lang="zh-CN" altLang="en-US" sz="2800" spc="-100" dirty="0">
                <a:solidFill>
                  <a:prstClr val="black"/>
                </a:solidFill>
                <a:latin typeface="Calibri" panose="020F0502020204030204" charset="0"/>
                <a:ea typeface="宋体" panose="02010600030101010101" pitchFamily="2" charset="-122"/>
                <a:cs typeface="Calibri" panose="020F0502020204030204" charset="0"/>
                <a:sym typeface="+mn-ea"/>
              </a:rPr>
              <a:t> </a:t>
            </a:r>
            <a:r>
              <a:rPr lang="en-US" altLang="zh-CN" sz="2800" spc="-100" dirty="0">
                <a:solidFill>
                  <a:prstClr val="black"/>
                </a:solidFill>
                <a:latin typeface="Calibri" panose="020F0502020204030204" charset="0"/>
                <a:ea typeface="宋体" panose="02010600030101010101" pitchFamily="2" charset="-122"/>
                <a:cs typeface="Calibri" panose="020F0502020204030204" charset="0"/>
                <a:sym typeface="+mn-ea"/>
              </a:rPr>
              <a:t>simply Rio, is the second-most populous city in Brazil.</a:t>
            </a:r>
            <a:endParaRPr lang="en-US" altLang="zh-CN" sz="2800" spc="-100" dirty="0">
              <a:solidFill>
                <a:prstClr val="black"/>
              </a:solidFill>
              <a:latin typeface="Calibri" panose="020F0502020204030204" charset="0"/>
              <a:ea typeface="宋体" panose="02010600030101010101" pitchFamily="2" charset="-122"/>
              <a:cs typeface="Calibri" panose="020F0502020204030204" charset="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heckerboard(across)">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10" name="内容占位符 2"/>
          <p:cNvSpPr txBox="1"/>
          <p:nvPr/>
        </p:nvSpPr>
        <p:spPr bwMode="auto">
          <a:xfrm>
            <a:off x="546100" y="770255"/>
            <a:ext cx="11078845" cy="4039235"/>
          </a:xfrm>
          <a:prstGeom prst="rect">
            <a:avLst/>
          </a:prstGeom>
          <a:noFill/>
          <a:ln w="9525">
            <a:noFill/>
            <a:miter lim="800000"/>
          </a:ln>
        </p:spPr>
        <p:txBody>
          <a:bodyPr vert="horz" wrap="square" lIns="91440" tIns="45720" rIns="91440" bIns="45720" numCol="1" anchor="t" anchorCtr="0" compatLnSpc="1"/>
          <a:lstStyle>
            <a:lvl1pPr marL="228600" indent="-22733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733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733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52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4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6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base" latinLnBrk="0" hangingPunct="1">
              <a:lnSpc>
                <a:spcPct val="90000"/>
              </a:lnSpc>
              <a:spcBef>
                <a:spcPts val="600"/>
              </a:spcBef>
              <a:spcAft>
                <a:spcPct val="0"/>
              </a:spcAft>
              <a:buClrTx/>
              <a:buSzTx/>
              <a:buFont typeface="Arial" panose="020B0604020202020204" pitchFamily="34" charset="0"/>
              <a:buNone/>
              <a:defRPr/>
            </a:pPr>
            <a:r>
              <a:rPr kumimoji="0" lang="en-US" altLang="zh-CN" sz="3200" b="1"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Background  </a:t>
            </a:r>
            <a:endParaRPr kumimoji="0" lang="en-US" altLang="zh-CN" sz="3200" b="1"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360045" indent="-360045" algn="just">
              <a:lnSpc>
                <a:spcPct val="90000"/>
              </a:lnSpc>
              <a:buNone/>
            </a:pPr>
            <a:r>
              <a:rPr lang="en-US" altLang="zh-CN" b="1" dirty="0">
                <a:latin typeface="Calibri" panose="020F0502020204030204" charset="0"/>
                <a:cs typeface="Calibri" panose="020F0502020204030204" charset="0"/>
              </a:rPr>
              <a:t>	</a:t>
            </a:r>
            <a:r>
              <a:rPr lang="en-US" altLang="zh-CN" b="1" dirty="0">
                <a:latin typeface="Times New Roman" panose="02020603050405020304" charset="0"/>
                <a:cs typeface="Times New Roman" panose="02020603050405020304" charset="0"/>
              </a:rPr>
              <a:t>Multiculturalism </a:t>
            </a:r>
            <a:r>
              <a:rPr lang="en-US" altLang="zh-CN" b="1" dirty="0">
                <a:latin typeface="Times New Roman" panose="02020603050405020304" charset="0"/>
                <a:ea typeface="楷体" panose="02010609060101010101" charset="-122"/>
                <a:cs typeface="Times New Roman" panose="02020603050405020304" charset="0"/>
              </a:rPr>
              <a:t>多元文化主义</a:t>
            </a:r>
            <a:r>
              <a:rPr lang="en-US" altLang="zh-CN" b="1" dirty="0">
                <a:latin typeface="Times New Roman" panose="02020603050405020304" charset="0"/>
                <a:cs typeface="Times New Roman" panose="02020603050405020304" charset="0"/>
              </a:rPr>
              <a:t>: </a:t>
            </a:r>
            <a:r>
              <a:rPr lang="en-US" altLang="zh-CN" dirty="0">
                <a:latin typeface="Times New Roman" panose="02020603050405020304" charset="0"/>
                <a:cs typeface="Times New Roman" panose="02020603050405020304" charset="0"/>
              </a:rPr>
              <a:t>no </a:t>
            </a:r>
            <a:r>
              <a:rPr lang="en-US" altLang="zh-CN" dirty="0">
                <a:latin typeface="Times New Roman" panose="02020603050405020304" charset="0"/>
                <a:cs typeface="Times New Roman" panose="02020603050405020304" charset="0"/>
              </a:rPr>
              <a:t>culture is superior to others;  coexistence of multiple cultures.</a:t>
            </a:r>
            <a:endParaRPr lang="en-US" altLang="zh-CN" dirty="0">
              <a:latin typeface="Times New Roman" panose="02020603050405020304" charset="0"/>
              <a:cs typeface="Times New Roman" panose="02020603050405020304" charset="0"/>
            </a:endParaRPr>
          </a:p>
          <a:p>
            <a:pPr marL="360045" indent="-360045" algn="just">
              <a:lnSpc>
                <a:spcPct val="90000"/>
              </a:lnSpc>
              <a:buNone/>
            </a:pPr>
            <a:r>
              <a:rPr lang="en-US" altLang="zh-CN" b="1" dirty="0">
                <a:latin typeface="Times New Roman" panose="02020603050405020304" charset="0"/>
                <a:cs typeface="Times New Roman" panose="02020603050405020304" charset="0"/>
              </a:rPr>
              <a:t>	Ethnocentrism </a:t>
            </a:r>
            <a:r>
              <a:rPr lang="en-US" altLang="zh-CN" b="1" dirty="0">
                <a:latin typeface="Times New Roman" panose="02020603050405020304" charset="0"/>
                <a:ea typeface="楷体" panose="02010609060101010101" charset="-122"/>
                <a:cs typeface="Times New Roman" panose="02020603050405020304" charset="0"/>
              </a:rPr>
              <a:t>本族中心主义</a:t>
            </a:r>
            <a:r>
              <a:rPr lang="en-US" altLang="zh-CN" b="1" dirty="0">
                <a:latin typeface="Times New Roman" panose="02020603050405020304" charset="0"/>
                <a:cs typeface="Times New Roman" panose="02020603050405020304" charset="0"/>
              </a:rPr>
              <a:t>: </a:t>
            </a:r>
            <a:r>
              <a:rPr lang="en-US" altLang="zh-CN" dirty="0">
                <a:latin typeface="Times New Roman" panose="02020603050405020304" charset="0"/>
                <a:cs typeface="Times New Roman" panose="02020603050405020304" charset="0"/>
              </a:rPr>
              <a:t>the culture of one’s own is superior. </a:t>
            </a:r>
            <a:endParaRPr lang="en-US" altLang="zh-CN" dirty="0">
              <a:latin typeface="Times New Roman" panose="02020603050405020304" charset="0"/>
              <a:cs typeface="Times New Roman" panose="02020603050405020304" charset="0"/>
            </a:endParaRPr>
          </a:p>
          <a:p>
            <a:pPr marL="360045" indent="-360045" algn="just">
              <a:lnSpc>
                <a:spcPct val="90000"/>
              </a:lnSpc>
              <a:buNone/>
            </a:pPr>
            <a:r>
              <a:rPr kumimoji="0" lang="en-US" altLang="zh-CN" i="0" u="none" strike="noStrike" kern="1200" cap="none" spc="0" normalizeH="0" baseline="0" noProof="0" dirty="0">
                <a:ln>
                  <a:noFill/>
                </a:ln>
                <a:solidFill>
                  <a:sysClr val="windowText" lastClr="000000"/>
                </a:solidFill>
                <a:effectLst/>
                <a:uLnTx/>
                <a:uFillTx/>
                <a:latin typeface="Times New Roman" panose="02020603050405020304" charset="0"/>
                <a:ea typeface="宋体" panose="02010600030101010101" pitchFamily="2" charset="-122"/>
                <a:cs typeface="Times New Roman" panose="02020603050405020304" charset="0"/>
              </a:rPr>
              <a:t>     </a:t>
            </a:r>
            <a:r>
              <a:rPr kumimoji="0" lang="en-US" altLang="zh-CN" b="1" i="0" u="none" strike="noStrike" kern="1200" cap="none" spc="0" normalizeH="0" baseline="0" dirty="0">
                <a:latin typeface="Times New Roman" panose="02020603050405020304" charset="0"/>
                <a:cs typeface="Times New Roman" panose="02020603050405020304" charset="0"/>
              </a:rPr>
              <a:t>Eurocentrism </a:t>
            </a:r>
            <a:r>
              <a:rPr kumimoji="0" lang="en-US" altLang="zh-CN" b="1" i="0" u="none" strike="noStrike" kern="1200" cap="none" spc="0" normalizeH="0" baseline="0" dirty="0">
                <a:latin typeface="Times New Roman" panose="02020603050405020304" charset="0"/>
                <a:ea typeface="楷体" panose="02010609060101010101" charset="-122"/>
                <a:cs typeface="Times New Roman" panose="02020603050405020304" charset="0"/>
              </a:rPr>
              <a:t>欧洲中心主义</a:t>
            </a:r>
            <a:r>
              <a:rPr lang="en-US" altLang="zh-CN" b="1" dirty="0">
                <a:latin typeface="Times New Roman" panose="02020603050405020304" charset="0"/>
                <a:cs typeface="Times New Roman" panose="02020603050405020304" charset="0"/>
                <a:sym typeface="+mn-ea"/>
              </a:rPr>
              <a:t>: </a:t>
            </a:r>
            <a:r>
              <a:rPr kumimoji="0" lang="en-US" altLang="zh-CN" i="0" u="none" strike="noStrike" kern="1200" cap="none" spc="0" normalizeH="0" baseline="0" dirty="0">
                <a:latin typeface="Times New Roman" panose="02020603050405020304" charset="0"/>
                <a:cs typeface="Times New Roman" panose="02020603050405020304" charset="0"/>
              </a:rPr>
              <a:t>viewing the world from a European perspective, often considering European culture as superior.</a:t>
            </a:r>
            <a:endParaRPr kumimoji="0" lang="en-US" altLang="zh-CN" i="0" u="none" strike="noStrike" kern="1200" cap="none" spc="0" normalizeH="0" baseline="0" dirty="0">
              <a:latin typeface="Times New Roman" panose="02020603050405020304" charset="0"/>
              <a:cs typeface="Times New Roman" panose="02020603050405020304" charset="0"/>
            </a:endParaRPr>
          </a:p>
          <a:p>
            <a:pPr marL="360045" indent="-360045" algn="just">
              <a:lnSpc>
                <a:spcPct val="90000"/>
              </a:lnSpc>
              <a:buNone/>
            </a:pPr>
            <a:r>
              <a:rPr kumimoji="0" lang="en-US" altLang="zh-CN" i="0" u="none" strike="noStrike" kern="1200" cap="none" spc="0" normalizeH="0" baseline="0" dirty="0">
                <a:latin typeface="Times New Roman" panose="02020603050405020304" charset="0"/>
                <a:cs typeface="Times New Roman" panose="02020603050405020304" charset="0"/>
              </a:rPr>
              <a:t>    </a:t>
            </a:r>
            <a:r>
              <a:rPr kumimoji="0" lang="en-US" altLang="zh-CN" b="1" i="0" u="none" strike="noStrike" kern="1200" cap="none" spc="0" normalizeH="0" baseline="0" dirty="0">
                <a:latin typeface="Times New Roman" panose="02020603050405020304" charset="0"/>
                <a:cs typeface="Times New Roman" panose="02020603050405020304" charset="0"/>
              </a:rPr>
              <a:t>Cultural protectionism</a:t>
            </a:r>
            <a:r>
              <a:rPr kumimoji="0" lang="en-US" altLang="zh-CN" i="0" u="none" strike="noStrike" kern="1200" cap="none" spc="0" normalizeH="0" baseline="0" dirty="0">
                <a:latin typeface="Times New Roman" panose="02020603050405020304" charset="0"/>
                <a:cs typeface="Times New Roman" panose="02020603050405020304" charset="0"/>
              </a:rPr>
              <a:t> </a:t>
            </a:r>
            <a:r>
              <a:rPr kumimoji="0" lang="en-US" altLang="zh-CN" b="1" i="0" u="none" strike="noStrike" kern="1200" cap="none" spc="0" normalizeH="0" baseline="0" dirty="0">
                <a:latin typeface="Times New Roman" panose="02020603050405020304" charset="0"/>
                <a:ea typeface="楷体" panose="02010609060101010101" charset="-122"/>
                <a:cs typeface="Times New Roman" panose="02020603050405020304" charset="0"/>
              </a:rPr>
              <a:t>文化保护主义</a:t>
            </a:r>
            <a:r>
              <a:rPr kumimoji="0" lang="en-US" altLang="zh-CN" i="0" u="none" strike="noStrike" kern="1200" cap="none" spc="0" normalizeH="0" baseline="0" dirty="0">
                <a:latin typeface="Times New Roman" panose="02020603050405020304" charset="0"/>
                <a:cs typeface="Times New Roman" panose="02020603050405020304" charset="0"/>
              </a:rPr>
              <a:t> protecting a nation's cultural identity from foreign influence</a:t>
            </a:r>
            <a:endParaRPr kumimoji="0" lang="en-US" altLang="zh-CN" i="0" u="none" strike="noStrike" kern="1200" cap="none" spc="0" normalizeH="0" baseline="0" dirty="0">
              <a:latin typeface="Times New Roman" panose="02020603050405020304" charset="0"/>
              <a:cs typeface="Times New Roman" panose="02020603050405020304" charset="0"/>
            </a:endParaRPr>
          </a:p>
        </p:txBody>
      </p:sp>
      <p:sp>
        <p:nvSpPr>
          <p:cNvPr id="4100" name="文本框 4"/>
          <p:cNvSpPr txBox="1">
            <a:spLocks noChangeArrowheads="1"/>
          </p:cNvSpPr>
          <p:nvPr/>
        </p:nvSpPr>
        <p:spPr bwMode="auto">
          <a:xfrm>
            <a:off x="184150" y="160655"/>
            <a:ext cx="1814830" cy="460375"/>
          </a:xfrm>
          <a:prstGeom prst="rect">
            <a:avLst/>
          </a:prstGeom>
          <a:noFill/>
          <a:ln w="9525">
            <a:noFill/>
            <a:miter lim="800000"/>
          </a:ln>
          <a:effectLst>
            <a:outerShdw blurRad="50800" dist="38100" dir="5400000" algn="t" rotWithShape="0">
              <a:prstClr val="black">
                <a:alpha val="40000"/>
              </a:prstClr>
            </a:outerShdw>
          </a:effec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rPr>
              <a:t>Lead-in</a:t>
            </a:r>
            <a:endPar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endParaRPr>
          </a:p>
        </p:txBody>
      </p:sp>
      <p:pic>
        <p:nvPicPr>
          <p:cNvPr id="53" name="图片 52">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t="18378" b="31548"/>
          <a:stretch>
            <a:fillRect/>
          </a:stretch>
        </p:blipFill>
        <p:spPr>
          <a:xfrm>
            <a:off x="10627995" y="143545"/>
            <a:ext cx="524510" cy="427355"/>
          </a:xfrm>
          <a:prstGeom prst="rect">
            <a:avLst/>
          </a:prstGeom>
        </p:spPr>
      </p:pic>
      <p:pic>
        <p:nvPicPr>
          <p:cNvPr id="8" name="图片 7">
            <a:hlinkClick r:id="rId2" action="ppaction://hlinksldjump"/>
          </p:cNvPr>
          <p:cNvPicPr>
            <a:picLocks noChangeAspect="1"/>
          </p:cNvPicPr>
          <p:nvPr/>
        </p:nvPicPr>
        <p:blipFill>
          <a:blip r:embed="rId4">
            <a:extLst>
              <a:ext uri="{28A0092B-C50C-407E-A947-70E740481C1C}">
                <a14:useLocalDpi xmlns:a14="http://schemas.microsoft.com/office/drawing/2010/main" val="0"/>
              </a:ext>
            </a:extLst>
          </a:blip>
          <a:srcRect l="10347" t="37811" r="43034" b="24326"/>
          <a:stretch>
            <a:fillRect/>
          </a:stretch>
        </p:blipFill>
        <p:spPr>
          <a:xfrm>
            <a:off x="11264265" y="158149"/>
            <a:ext cx="503555" cy="454660"/>
          </a:xfrm>
          <a:prstGeom prst="rect">
            <a:avLst/>
          </a:prstGeom>
        </p:spPr>
      </p:pic>
      <p:pic>
        <p:nvPicPr>
          <p:cNvPr id="4" name="图片 3"/>
          <p:cNvPicPr/>
          <p:nvPr/>
        </p:nvPicPr>
        <p:blipFill>
          <a:blip r:embed="rId5"/>
          <a:stretch>
            <a:fillRect/>
          </a:stretch>
        </p:blipFill>
        <p:spPr>
          <a:xfrm>
            <a:off x="1482090" y="4552950"/>
            <a:ext cx="3570605" cy="1904365"/>
          </a:xfrm>
          <a:prstGeom prst="rect">
            <a:avLst/>
          </a:prstGeom>
        </p:spPr>
      </p:pic>
      <p:sp>
        <p:nvSpPr>
          <p:cNvPr id="11" name="文本框 10"/>
          <p:cNvSpPr txBox="1"/>
          <p:nvPr/>
        </p:nvSpPr>
        <p:spPr>
          <a:xfrm>
            <a:off x="6173470" y="4876800"/>
            <a:ext cx="4979035" cy="1392555"/>
          </a:xfrm>
          <a:prstGeom prst="rect">
            <a:avLst/>
          </a:prstGeom>
          <a:solidFill>
            <a:schemeClr val="accent1">
              <a:lumMod val="20000"/>
              <a:lumOff val="80000"/>
            </a:schemeClr>
          </a:solidFill>
        </p:spPr>
        <p:txBody>
          <a:bodyPr wrap="square" rtlCol="0" anchor="t">
            <a:noAutofit/>
          </a:bodyPr>
          <a:p>
            <a:pPr marL="24765" indent="-24765" algn="just">
              <a:lnSpc>
                <a:spcPct val="110000"/>
              </a:lnSpc>
              <a:buNone/>
            </a:pPr>
            <a:r>
              <a:rPr lang="en-US" sz="2400" dirty="0">
                <a:latin typeface="Calibri" panose="020F0502020204030204" charset="0"/>
                <a:cs typeface="Calibri" panose="020F0502020204030204" charset="0"/>
                <a:sym typeface="+mn-ea"/>
              </a:rPr>
              <a:t>   Travel is fatal to prejudice, bigotry (</a:t>
            </a:r>
            <a:r>
              <a:rPr lang="zh-CN" altLang="en-US" sz="2400" dirty="0">
                <a:latin typeface="楷体" panose="02010609060101010101" charset="-122"/>
                <a:ea typeface="楷体" panose="02010609060101010101" charset="-122"/>
                <a:cs typeface="Calibri" panose="020F0502020204030204" charset="0"/>
                <a:sym typeface="+mn-ea"/>
              </a:rPr>
              <a:t>偏执</a:t>
            </a:r>
            <a:r>
              <a:rPr lang="en-US" sz="2400" dirty="0">
                <a:latin typeface="Calibri" panose="020F0502020204030204" charset="0"/>
                <a:cs typeface="Calibri" panose="020F0502020204030204" charset="0"/>
                <a:sym typeface="+mn-ea"/>
              </a:rPr>
              <a:t>), and narrow-mindedness. </a:t>
            </a:r>
            <a:endParaRPr lang="en-US" sz="2400" dirty="0">
              <a:latin typeface="Calibri" panose="020F0502020204030204" charset="0"/>
              <a:cs typeface="Calibri" panose="020F0502020204030204" charset="0"/>
              <a:sym typeface="+mn-ea"/>
            </a:endParaRPr>
          </a:p>
          <a:p>
            <a:pPr marL="360045" indent="-360045" algn="r">
              <a:lnSpc>
                <a:spcPct val="110000"/>
              </a:lnSpc>
              <a:buNone/>
            </a:pPr>
            <a:r>
              <a:rPr lang="en-US" sz="2400" dirty="0">
                <a:latin typeface="Calibri" panose="020F0502020204030204" charset="0"/>
                <a:cs typeface="Calibri" panose="020F0502020204030204" charset="0"/>
                <a:sym typeface="+mn-ea"/>
              </a:rPr>
              <a:t>--- Mark Twain</a:t>
            </a:r>
            <a:endParaRPr lang="en-US" sz="2400" dirty="0">
              <a:latin typeface="Calibri" panose="020F0502020204030204" charset="0"/>
              <a:cs typeface="Calibri" panose="020F0502020204030204" charset="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animEffect transition="in" filter="dissolve">
                                      <p:cBhvr>
                                        <p:cTn id="7" dur="500"/>
                                        <p:tgtEl>
                                          <p:spTgt spid="10">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0">
                                            <p:txEl>
                                              <p:pRg st="2" end="2"/>
                                            </p:txEl>
                                          </p:spTgt>
                                        </p:tgtEl>
                                        <p:attrNameLst>
                                          <p:attrName>style.visibility</p:attrName>
                                        </p:attrNameLst>
                                      </p:cBhvr>
                                      <p:to>
                                        <p:strVal val="visible"/>
                                      </p:to>
                                    </p:set>
                                    <p:animEffect transition="in" filter="dissolve">
                                      <p:cBhvr>
                                        <p:cTn id="12" dur="500"/>
                                        <p:tgtEl>
                                          <p:spTgt spid="10">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0">
                                            <p:txEl>
                                              <p:pRg st="3" end="3"/>
                                            </p:txEl>
                                          </p:spTgt>
                                        </p:tgtEl>
                                        <p:attrNameLst>
                                          <p:attrName>style.visibility</p:attrName>
                                        </p:attrNameLst>
                                      </p:cBhvr>
                                      <p:to>
                                        <p:strVal val="visible"/>
                                      </p:to>
                                    </p:set>
                                    <p:animEffect transition="in" filter="dissolve">
                                      <p:cBhvr>
                                        <p:cTn id="17" dur="500"/>
                                        <p:tgtEl>
                                          <p:spTgt spid="10">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0">
                                            <p:txEl>
                                              <p:pRg st="4" end="4"/>
                                            </p:txEl>
                                          </p:spTgt>
                                        </p:tgtEl>
                                        <p:attrNameLst>
                                          <p:attrName>style.visibility</p:attrName>
                                        </p:attrNameLst>
                                      </p:cBhvr>
                                      <p:to>
                                        <p:strVal val="visible"/>
                                      </p:to>
                                    </p:set>
                                    <p:animEffect transition="in" filter="dissolve">
                                      <p:cBhvr>
                                        <p:cTn id="22" dur="500"/>
                                        <p:tgtEl>
                                          <p:spTgt spid="10">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checkerboard(across)">
                                      <p:cBhvr>
                                        <p:cTn id="2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10" name="内容占位符 2"/>
          <p:cNvSpPr txBox="1"/>
          <p:nvPr/>
        </p:nvSpPr>
        <p:spPr bwMode="auto">
          <a:xfrm>
            <a:off x="1496695" y="838835"/>
            <a:ext cx="8629650" cy="568960"/>
          </a:xfrm>
          <a:prstGeom prst="rect">
            <a:avLst/>
          </a:prstGeom>
          <a:noFill/>
          <a:ln w="9525">
            <a:noFill/>
            <a:miter lim="800000"/>
          </a:ln>
        </p:spPr>
        <p:txBody>
          <a:bodyPr vert="horz" wrap="square" lIns="91440" tIns="45720" rIns="91440" bIns="45720" numCol="1" anchor="t" anchorCtr="0" compatLnSpc="1"/>
          <a:lstStyle>
            <a:lvl1pPr marL="228600" indent="-22733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733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733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52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4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6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base" latinLnBrk="0" hangingPunct="1">
              <a:lnSpc>
                <a:spcPct val="90000"/>
              </a:lnSpc>
              <a:spcBef>
                <a:spcPts val="600"/>
              </a:spcBef>
              <a:spcAft>
                <a:spcPct val="0"/>
              </a:spcAft>
              <a:buClrTx/>
              <a:buSzTx/>
              <a:buFont typeface="Arial" panose="020B0604020202020204" pitchFamily="34" charset="0"/>
              <a:buNone/>
              <a:defRPr/>
            </a:pPr>
            <a:r>
              <a:rPr kumimoji="0" lang="en-US" altLang="zh-CN" b="1"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Which countries do these cultural symbols belong to?</a:t>
            </a:r>
            <a:endParaRPr kumimoji="0" lang="en-US" altLang="zh-CN" b="1"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p:txBody>
      </p:sp>
      <p:sp>
        <p:nvSpPr>
          <p:cNvPr id="4100" name="文本框 4"/>
          <p:cNvSpPr txBox="1">
            <a:spLocks noChangeArrowheads="1"/>
          </p:cNvSpPr>
          <p:nvPr/>
        </p:nvSpPr>
        <p:spPr bwMode="auto">
          <a:xfrm>
            <a:off x="184150" y="160655"/>
            <a:ext cx="1814830" cy="460375"/>
          </a:xfrm>
          <a:prstGeom prst="rect">
            <a:avLst/>
          </a:prstGeom>
          <a:noFill/>
          <a:ln w="9525">
            <a:noFill/>
            <a:miter lim="800000"/>
          </a:ln>
          <a:effectLst>
            <a:outerShdw blurRad="50800" dist="38100" dir="5400000" algn="t" rotWithShape="0">
              <a:prstClr val="black">
                <a:alpha val="40000"/>
              </a:prstClr>
            </a:outerShdw>
          </a:effec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rPr>
              <a:t>Lead-in</a:t>
            </a:r>
            <a:endPar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endParaRPr>
          </a:p>
        </p:txBody>
      </p:sp>
      <p:pic>
        <p:nvPicPr>
          <p:cNvPr id="53" name="图片 52">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t="18378" b="31548"/>
          <a:stretch>
            <a:fillRect/>
          </a:stretch>
        </p:blipFill>
        <p:spPr>
          <a:xfrm>
            <a:off x="10627995" y="143545"/>
            <a:ext cx="524510" cy="427355"/>
          </a:xfrm>
          <a:prstGeom prst="rect">
            <a:avLst/>
          </a:prstGeom>
        </p:spPr>
      </p:pic>
      <p:pic>
        <p:nvPicPr>
          <p:cNvPr id="8" name="图片 7">
            <a:hlinkClick r:id="rId2" action="ppaction://hlinksldjump"/>
          </p:cNvPr>
          <p:cNvPicPr>
            <a:picLocks noChangeAspect="1"/>
          </p:cNvPicPr>
          <p:nvPr/>
        </p:nvPicPr>
        <p:blipFill>
          <a:blip r:embed="rId4">
            <a:extLst>
              <a:ext uri="{28A0092B-C50C-407E-A947-70E740481C1C}">
                <a14:useLocalDpi xmlns:a14="http://schemas.microsoft.com/office/drawing/2010/main" val="0"/>
              </a:ext>
            </a:extLst>
          </a:blip>
          <a:srcRect l="10347" t="37811" r="43034" b="24326"/>
          <a:stretch>
            <a:fillRect/>
          </a:stretch>
        </p:blipFill>
        <p:spPr>
          <a:xfrm>
            <a:off x="11264265" y="158149"/>
            <a:ext cx="503555" cy="454660"/>
          </a:xfrm>
          <a:prstGeom prst="rect">
            <a:avLst/>
          </a:prstGeom>
        </p:spPr>
      </p:pic>
      <p:pic>
        <p:nvPicPr>
          <p:cNvPr id="2" name="图片 1"/>
          <p:cNvPicPr/>
          <p:nvPr/>
        </p:nvPicPr>
        <p:blipFill>
          <a:blip r:embed="rId5"/>
          <a:srcRect b="9813"/>
          <a:stretch>
            <a:fillRect/>
          </a:stretch>
        </p:blipFill>
        <p:spPr>
          <a:xfrm>
            <a:off x="3291840" y="1429385"/>
            <a:ext cx="2885440" cy="2534285"/>
          </a:xfrm>
          <a:prstGeom prst="rect">
            <a:avLst/>
          </a:prstGeom>
        </p:spPr>
      </p:pic>
      <p:pic>
        <p:nvPicPr>
          <p:cNvPr id="3" name="图片 2"/>
          <p:cNvPicPr/>
          <p:nvPr/>
        </p:nvPicPr>
        <p:blipFill>
          <a:blip r:embed="rId6"/>
          <a:stretch>
            <a:fillRect/>
          </a:stretch>
        </p:blipFill>
        <p:spPr>
          <a:xfrm>
            <a:off x="492760" y="1429385"/>
            <a:ext cx="2799080" cy="2459355"/>
          </a:xfrm>
          <a:prstGeom prst="rect">
            <a:avLst/>
          </a:prstGeom>
        </p:spPr>
      </p:pic>
      <p:pic>
        <p:nvPicPr>
          <p:cNvPr id="5" name="图片 4"/>
          <p:cNvPicPr/>
          <p:nvPr/>
        </p:nvPicPr>
        <p:blipFill>
          <a:blip r:embed="rId7"/>
          <a:srcRect l="4167" b="19591"/>
          <a:stretch>
            <a:fillRect/>
          </a:stretch>
        </p:blipFill>
        <p:spPr>
          <a:xfrm>
            <a:off x="492760" y="4203065"/>
            <a:ext cx="3023235" cy="1960880"/>
          </a:xfrm>
          <a:prstGeom prst="rect">
            <a:avLst/>
          </a:prstGeom>
        </p:spPr>
      </p:pic>
      <p:pic>
        <p:nvPicPr>
          <p:cNvPr id="7" name="图片 6"/>
          <p:cNvPicPr/>
          <p:nvPr/>
        </p:nvPicPr>
        <p:blipFill>
          <a:blip r:embed="rId8"/>
          <a:srcRect b="14272"/>
          <a:stretch>
            <a:fillRect/>
          </a:stretch>
        </p:blipFill>
        <p:spPr>
          <a:xfrm>
            <a:off x="4206240" y="4368165"/>
            <a:ext cx="3390900" cy="1795780"/>
          </a:xfrm>
          <a:prstGeom prst="rect">
            <a:avLst/>
          </a:prstGeom>
        </p:spPr>
      </p:pic>
      <p:pic>
        <p:nvPicPr>
          <p:cNvPr id="9" name="图片 8"/>
          <p:cNvPicPr/>
          <p:nvPr/>
        </p:nvPicPr>
        <p:blipFill>
          <a:blip r:embed="rId9"/>
          <a:srcRect b="8260"/>
          <a:stretch>
            <a:fillRect/>
          </a:stretch>
        </p:blipFill>
        <p:spPr>
          <a:xfrm>
            <a:off x="6285230" y="1529080"/>
            <a:ext cx="2569210" cy="2359660"/>
          </a:xfrm>
          <a:prstGeom prst="rect">
            <a:avLst/>
          </a:prstGeom>
        </p:spPr>
      </p:pic>
      <p:pic>
        <p:nvPicPr>
          <p:cNvPr id="11" name="图片 10"/>
          <p:cNvPicPr/>
          <p:nvPr/>
        </p:nvPicPr>
        <p:blipFill>
          <a:blip r:embed="rId10"/>
          <a:srcRect t="16964"/>
          <a:stretch>
            <a:fillRect/>
          </a:stretch>
        </p:blipFill>
        <p:spPr>
          <a:xfrm>
            <a:off x="8082280" y="4368165"/>
            <a:ext cx="3253740" cy="1795780"/>
          </a:xfrm>
          <a:prstGeom prst="rect">
            <a:avLst/>
          </a:prstGeom>
        </p:spPr>
      </p:pic>
      <p:pic>
        <p:nvPicPr>
          <p:cNvPr id="12" name="图片 11"/>
          <p:cNvPicPr/>
          <p:nvPr/>
        </p:nvPicPr>
        <p:blipFill>
          <a:blip r:embed="rId11"/>
          <a:stretch>
            <a:fillRect/>
          </a:stretch>
        </p:blipFill>
        <p:spPr>
          <a:xfrm>
            <a:off x="9095740" y="1429385"/>
            <a:ext cx="2672715" cy="2487930"/>
          </a:xfrm>
          <a:prstGeom prst="rect">
            <a:avLst/>
          </a:prstGeom>
        </p:spPr>
      </p:pic>
      <p:sp>
        <p:nvSpPr>
          <p:cNvPr id="13" name="文本框 12"/>
          <p:cNvSpPr txBox="1"/>
          <p:nvPr/>
        </p:nvSpPr>
        <p:spPr>
          <a:xfrm>
            <a:off x="1385570" y="3948430"/>
            <a:ext cx="1012825" cy="398780"/>
          </a:xfrm>
          <a:prstGeom prst="rect">
            <a:avLst/>
          </a:prstGeom>
          <a:noFill/>
        </p:spPr>
        <p:txBody>
          <a:bodyPr wrap="square" rtlCol="0">
            <a:spAutoFit/>
          </a:bodyPr>
          <a:p>
            <a:r>
              <a:rPr lang="en-US" altLang="zh-CN" sz="2000">
                <a:gradFill>
                  <a:gsLst>
                    <a:gs pos="97000">
                      <a:srgbClr val="96C0B8"/>
                    </a:gs>
                    <a:gs pos="0">
                      <a:srgbClr val="00D1E7"/>
                    </a:gs>
                  </a:gsLst>
                  <a:lin ang="2700000" scaled="1"/>
                </a:gradFill>
                <a:latin typeface="Arial" panose="020B0604020202020204" pitchFamily="34" charset="0"/>
                <a:cs typeface="Arial" panose="020B0604020202020204" pitchFamily="34" charset="0"/>
              </a:rPr>
              <a:t>Brazil</a:t>
            </a:r>
            <a:endParaRPr lang="en-US" altLang="zh-CN" sz="2000">
              <a:gradFill>
                <a:gsLst>
                  <a:gs pos="97000">
                    <a:srgbClr val="96C0B8"/>
                  </a:gs>
                  <a:gs pos="0">
                    <a:srgbClr val="00D1E7"/>
                  </a:gs>
                </a:gsLst>
                <a:lin ang="2700000" scaled="1"/>
              </a:gradFill>
              <a:latin typeface="Arial" panose="020B0604020202020204" pitchFamily="34" charset="0"/>
              <a:cs typeface="Arial" panose="020B0604020202020204" pitchFamily="34" charset="0"/>
            </a:endParaRPr>
          </a:p>
        </p:txBody>
      </p:sp>
      <p:sp>
        <p:nvSpPr>
          <p:cNvPr id="14" name="文本框 13"/>
          <p:cNvSpPr txBox="1"/>
          <p:nvPr/>
        </p:nvSpPr>
        <p:spPr>
          <a:xfrm>
            <a:off x="4206240" y="3948430"/>
            <a:ext cx="1012825" cy="398780"/>
          </a:xfrm>
          <a:prstGeom prst="rect">
            <a:avLst/>
          </a:prstGeom>
          <a:noFill/>
        </p:spPr>
        <p:txBody>
          <a:bodyPr wrap="square" rtlCol="0">
            <a:spAutoFit/>
          </a:bodyPr>
          <a:p>
            <a:r>
              <a:rPr lang="en-US" altLang="zh-CN" sz="2000">
                <a:gradFill>
                  <a:gsLst>
                    <a:gs pos="97000">
                      <a:srgbClr val="96C0B8"/>
                    </a:gs>
                    <a:gs pos="0">
                      <a:srgbClr val="00D1E7"/>
                    </a:gs>
                  </a:gsLst>
                  <a:lin ang="2700000" scaled="1"/>
                </a:gradFill>
                <a:latin typeface="Arial" panose="020B0604020202020204" pitchFamily="34" charset="0"/>
                <a:cs typeface="Arial" panose="020B0604020202020204" pitchFamily="34" charset="0"/>
              </a:rPr>
              <a:t>Egypt</a:t>
            </a:r>
            <a:endParaRPr lang="en-US" altLang="zh-CN" sz="2000">
              <a:gradFill>
                <a:gsLst>
                  <a:gs pos="97000">
                    <a:srgbClr val="96C0B8"/>
                  </a:gs>
                  <a:gs pos="0">
                    <a:srgbClr val="00D1E7"/>
                  </a:gs>
                </a:gsLst>
                <a:lin ang="2700000" scaled="1"/>
              </a:gradFill>
              <a:latin typeface="Arial" panose="020B0604020202020204" pitchFamily="34" charset="0"/>
              <a:cs typeface="Arial" panose="020B0604020202020204" pitchFamily="34" charset="0"/>
            </a:endParaRPr>
          </a:p>
        </p:txBody>
      </p:sp>
      <p:sp>
        <p:nvSpPr>
          <p:cNvPr id="15" name="文本框 14"/>
          <p:cNvSpPr txBox="1"/>
          <p:nvPr/>
        </p:nvSpPr>
        <p:spPr>
          <a:xfrm>
            <a:off x="7042150" y="3888740"/>
            <a:ext cx="1189355" cy="398780"/>
          </a:xfrm>
          <a:prstGeom prst="rect">
            <a:avLst/>
          </a:prstGeom>
          <a:noFill/>
        </p:spPr>
        <p:txBody>
          <a:bodyPr wrap="square" rtlCol="0">
            <a:spAutoFit/>
          </a:bodyPr>
          <a:p>
            <a:pPr algn="ctr"/>
            <a:r>
              <a:rPr lang="en-US" altLang="zh-CN" sz="2000">
                <a:gradFill>
                  <a:gsLst>
                    <a:gs pos="97000">
                      <a:srgbClr val="96C0B8"/>
                    </a:gs>
                    <a:gs pos="0">
                      <a:srgbClr val="00D1E7"/>
                    </a:gs>
                  </a:gsLst>
                  <a:lin ang="2700000" scaled="1"/>
                </a:gradFill>
                <a:latin typeface="Arial" panose="020B0604020202020204" pitchFamily="34" charset="0"/>
                <a:cs typeface="Arial" panose="020B0604020202020204" pitchFamily="34" charset="0"/>
              </a:rPr>
              <a:t>Spain</a:t>
            </a:r>
            <a:endParaRPr lang="en-US" altLang="zh-CN" sz="2000">
              <a:gradFill>
                <a:gsLst>
                  <a:gs pos="97000">
                    <a:srgbClr val="96C0B8"/>
                  </a:gs>
                  <a:gs pos="0">
                    <a:srgbClr val="00D1E7"/>
                  </a:gs>
                </a:gsLst>
                <a:lin ang="2700000" scaled="1"/>
              </a:gradFill>
              <a:latin typeface="Arial" panose="020B0604020202020204" pitchFamily="34" charset="0"/>
              <a:cs typeface="Arial" panose="020B0604020202020204" pitchFamily="34" charset="0"/>
            </a:endParaRPr>
          </a:p>
        </p:txBody>
      </p:sp>
      <p:sp>
        <p:nvSpPr>
          <p:cNvPr id="16" name="文本框 15"/>
          <p:cNvSpPr txBox="1"/>
          <p:nvPr/>
        </p:nvSpPr>
        <p:spPr>
          <a:xfrm>
            <a:off x="9335770" y="3804285"/>
            <a:ext cx="2346960" cy="398780"/>
          </a:xfrm>
          <a:prstGeom prst="rect">
            <a:avLst/>
          </a:prstGeom>
          <a:noFill/>
        </p:spPr>
        <p:txBody>
          <a:bodyPr wrap="square" rtlCol="0">
            <a:spAutoFit/>
          </a:bodyPr>
          <a:p>
            <a:pPr algn="ctr"/>
            <a:r>
              <a:rPr lang="en-US" altLang="zh-CN" sz="2000">
                <a:gradFill>
                  <a:gsLst>
                    <a:gs pos="97000">
                      <a:srgbClr val="96C0B8"/>
                    </a:gs>
                    <a:gs pos="0">
                      <a:srgbClr val="00D1E7"/>
                    </a:gs>
                  </a:gsLst>
                  <a:lin ang="2700000" scaled="1"/>
                </a:gradFill>
                <a:latin typeface="Arial" panose="020B0604020202020204" pitchFamily="34" charset="0"/>
                <a:cs typeface="Arial" panose="020B0604020202020204" pitchFamily="34" charset="0"/>
              </a:rPr>
              <a:t>The Netherlands</a:t>
            </a:r>
            <a:endParaRPr lang="en-US" altLang="zh-CN" sz="2000">
              <a:gradFill>
                <a:gsLst>
                  <a:gs pos="97000">
                    <a:srgbClr val="96C0B8"/>
                  </a:gs>
                  <a:gs pos="0">
                    <a:srgbClr val="00D1E7"/>
                  </a:gs>
                </a:gsLst>
                <a:lin ang="2700000" scaled="1"/>
              </a:gradFill>
              <a:latin typeface="Arial" panose="020B0604020202020204" pitchFamily="34" charset="0"/>
              <a:cs typeface="Arial" panose="020B0604020202020204" pitchFamily="34" charset="0"/>
            </a:endParaRPr>
          </a:p>
        </p:txBody>
      </p:sp>
      <p:sp>
        <p:nvSpPr>
          <p:cNvPr id="17" name="文本框 16"/>
          <p:cNvSpPr txBox="1"/>
          <p:nvPr/>
        </p:nvSpPr>
        <p:spPr>
          <a:xfrm>
            <a:off x="1069340" y="6163945"/>
            <a:ext cx="1870075" cy="398780"/>
          </a:xfrm>
          <a:prstGeom prst="rect">
            <a:avLst/>
          </a:prstGeom>
          <a:noFill/>
        </p:spPr>
        <p:txBody>
          <a:bodyPr wrap="square" rtlCol="0">
            <a:spAutoFit/>
          </a:bodyPr>
          <a:p>
            <a:pPr algn="ctr"/>
            <a:r>
              <a:rPr lang="en-US" altLang="zh-CN" sz="2000">
                <a:gradFill>
                  <a:gsLst>
                    <a:gs pos="97000">
                      <a:srgbClr val="96C0B8"/>
                    </a:gs>
                    <a:gs pos="0">
                      <a:srgbClr val="00D1E7"/>
                    </a:gs>
                  </a:gsLst>
                  <a:lin ang="2700000" scaled="1"/>
                </a:gradFill>
                <a:latin typeface="Arial" panose="020B0604020202020204" pitchFamily="34" charset="0"/>
                <a:cs typeface="Arial" panose="020B0604020202020204" pitchFamily="34" charset="0"/>
              </a:rPr>
              <a:t>Russia</a:t>
            </a:r>
            <a:endParaRPr lang="en-US" altLang="zh-CN" sz="2000">
              <a:gradFill>
                <a:gsLst>
                  <a:gs pos="97000">
                    <a:srgbClr val="96C0B8"/>
                  </a:gs>
                  <a:gs pos="0">
                    <a:srgbClr val="00D1E7"/>
                  </a:gs>
                </a:gsLst>
                <a:lin ang="2700000" scaled="1"/>
              </a:gradFill>
              <a:latin typeface="Arial" panose="020B0604020202020204" pitchFamily="34" charset="0"/>
              <a:cs typeface="Arial" panose="020B0604020202020204" pitchFamily="34" charset="0"/>
            </a:endParaRPr>
          </a:p>
        </p:txBody>
      </p:sp>
      <p:sp>
        <p:nvSpPr>
          <p:cNvPr id="18" name="文本框 17"/>
          <p:cNvSpPr txBox="1"/>
          <p:nvPr/>
        </p:nvSpPr>
        <p:spPr>
          <a:xfrm>
            <a:off x="4876800" y="6184900"/>
            <a:ext cx="1870075" cy="398780"/>
          </a:xfrm>
          <a:prstGeom prst="rect">
            <a:avLst/>
          </a:prstGeom>
          <a:noFill/>
        </p:spPr>
        <p:txBody>
          <a:bodyPr wrap="square" rtlCol="0">
            <a:spAutoFit/>
          </a:bodyPr>
          <a:p>
            <a:pPr algn="ctr"/>
            <a:r>
              <a:rPr lang="en-US" altLang="zh-CN" sz="2000">
                <a:gradFill>
                  <a:gsLst>
                    <a:gs pos="97000">
                      <a:srgbClr val="96C0B8"/>
                    </a:gs>
                    <a:gs pos="0">
                      <a:srgbClr val="00D1E7"/>
                    </a:gs>
                  </a:gsLst>
                  <a:lin ang="2700000" scaled="1"/>
                </a:gradFill>
                <a:latin typeface="Arial" panose="020B0604020202020204" pitchFamily="34" charset="0"/>
                <a:cs typeface="Arial" panose="020B0604020202020204" pitchFamily="34" charset="0"/>
              </a:rPr>
              <a:t>Malaysia</a:t>
            </a:r>
            <a:endParaRPr lang="en-US" altLang="zh-CN" sz="2000">
              <a:gradFill>
                <a:gsLst>
                  <a:gs pos="97000">
                    <a:srgbClr val="96C0B8"/>
                  </a:gs>
                  <a:gs pos="0">
                    <a:srgbClr val="00D1E7"/>
                  </a:gs>
                </a:gsLst>
                <a:lin ang="2700000" scaled="1"/>
              </a:gradFill>
              <a:latin typeface="Arial" panose="020B0604020202020204" pitchFamily="34" charset="0"/>
              <a:cs typeface="Arial" panose="020B0604020202020204" pitchFamily="34" charset="0"/>
            </a:endParaRPr>
          </a:p>
        </p:txBody>
      </p:sp>
      <p:sp>
        <p:nvSpPr>
          <p:cNvPr id="19" name="文本框 18"/>
          <p:cNvSpPr txBox="1"/>
          <p:nvPr/>
        </p:nvSpPr>
        <p:spPr>
          <a:xfrm>
            <a:off x="8757920" y="6163945"/>
            <a:ext cx="1870075" cy="398780"/>
          </a:xfrm>
          <a:prstGeom prst="rect">
            <a:avLst/>
          </a:prstGeom>
          <a:noFill/>
        </p:spPr>
        <p:txBody>
          <a:bodyPr wrap="square" rtlCol="0">
            <a:spAutoFit/>
          </a:bodyPr>
          <a:p>
            <a:pPr algn="ctr"/>
            <a:r>
              <a:rPr lang="en-US" altLang="zh-CN" sz="2000">
                <a:gradFill>
                  <a:gsLst>
                    <a:gs pos="97000">
                      <a:srgbClr val="96C0B8"/>
                    </a:gs>
                    <a:gs pos="0">
                      <a:srgbClr val="00D1E7"/>
                    </a:gs>
                  </a:gsLst>
                  <a:lin ang="2700000" scaled="1"/>
                </a:gradFill>
                <a:latin typeface="Arial" panose="020B0604020202020204" pitchFamily="34" charset="0"/>
                <a:cs typeface="Arial" panose="020B0604020202020204" pitchFamily="34" charset="0"/>
              </a:rPr>
              <a:t>Cuba</a:t>
            </a:r>
            <a:endParaRPr lang="en-US" altLang="zh-CN" sz="2000">
              <a:gradFill>
                <a:gsLst>
                  <a:gs pos="97000">
                    <a:srgbClr val="96C0B8"/>
                  </a:gs>
                  <a:gs pos="0">
                    <a:srgbClr val="00D1E7"/>
                  </a:gs>
                </a:gsLst>
                <a:lin ang="2700000" scaled="1"/>
              </a:gra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down)">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down)">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down)">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ipe(down)">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wipe(down)">
                                      <p:cBhvr>
                                        <p:cTn id="27" dur="5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wipe(down)">
                                      <p:cBhvr>
                                        <p:cTn id="32" dur="500"/>
                                        <p:tgtEl>
                                          <p:spTgt spid="1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wipe(down)">
                                      <p:cBhvr>
                                        <p:cTn id="3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6" grpId="0"/>
      <p:bldP spid="17" grpId="0"/>
      <p:bldP spid="18" grpId="0"/>
      <p:bldP spid="1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833755" y="961390"/>
            <a:ext cx="8688070" cy="4454525"/>
          </a:xfrm>
          <a:prstGeom prst="rect">
            <a:avLst/>
          </a:prstGeom>
          <a:noFill/>
        </p:spPr>
        <p:txBody>
          <a:bodyPr wrap="square" rtlCol="0" anchor="ctr" anchorCtr="0">
            <a:noAutofit/>
          </a:bodyPr>
          <a:p>
            <a:pPr lvl="0" algn="l">
              <a:lnSpc>
                <a:spcPct val="140000"/>
              </a:lnSpc>
              <a:buNone/>
            </a:pPr>
            <a:r>
              <a:rPr lang="en-US" altLang="zh-CN" sz="2800">
                <a:solidFill>
                  <a:srgbClr val="000000"/>
                </a:solidFill>
                <a:latin typeface="Arial" panose="020B0604020202020204" pitchFamily="34" charset="0"/>
                <a:ea typeface="楷体" panose="02010609060101010101" charset="-122"/>
                <a:cs typeface="Arial" panose="020B0604020202020204" pitchFamily="34" charset="0"/>
              </a:rPr>
              <a:t>Chinese to English translation:</a:t>
            </a:r>
            <a:endParaRPr lang="en-US" altLang="zh-CN" sz="2800">
              <a:solidFill>
                <a:srgbClr val="000000"/>
              </a:solidFill>
              <a:latin typeface="Arial" panose="020B0604020202020204" pitchFamily="34" charset="0"/>
              <a:ea typeface="楷体" panose="02010609060101010101" charset="-122"/>
              <a:cs typeface="Arial" panose="020B0604020202020204" pitchFamily="34" charset="0"/>
            </a:endParaRPr>
          </a:p>
          <a:p>
            <a:pPr lvl="0" algn="l">
              <a:lnSpc>
                <a:spcPct val="140000"/>
              </a:lnSpc>
              <a:buNone/>
            </a:pPr>
            <a:r>
              <a:rPr lang="en-US" altLang="zh-CN" sz="2800">
                <a:solidFill>
                  <a:srgbClr val="000000"/>
                </a:solidFill>
                <a:latin typeface="Arial" panose="020B0604020202020204" pitchFamily="34" charset="0"/>
                <a:ea typeface="楷体" panose="02010609060101010101" charset="-122"/>
                <a:cs typeface="Arial" panose="020B0604020202020204" pitchFamily="34" charset="0"/>
              </a:rPr>
              <a:t>1. </a:t>
            </a:r>
            <a:r>
              <a:rPr lang="zh-CN" altLang="en-US" sz="2800">
                <a:solidFill>
                  <a:srgbClr val="000000"/>
                </a:solidFill>
                <a:latin typeface="Arial" panose="020B0604020202020204" pitchFamily="34" charset="0"/>
                <a:ea typeface="楷体" panose="02010609060101010101" charset="-122"/>
                <a:cs typeface="Arial" panose="020B0604020202020204" pitchFamily="34" charset="0"/>
              </a:rPr>
              <a:t>陡峭的山路：</a:t>
            </a:r>
            <a:r>
              <a:rPr lang="en-US" altLang="zh-CN" sz="2800">
                <a:solidFill>
                  <a:srgbClr val="000000"/>
                </a:solidFill>
                <a:latin typeface="Arial" panose="020B0604020202020204" pitchFamily="34" charset="0"/>
                <a:ea typeface="楷体" panose="02010609060101010101" charset="-122"/>
                <a:cs typeface="Arial" panose="020B0604020202020204" pitchFamily="34" charset="0"/>
              </a:rPr>
              <a:t>a  </a:t>
            </a:r>
            <a:r>
              <a:rPr lang="en-US" altLang="zh-CN" sz="2800">
                <a:solidFill>
                  <a:srgbClr val="639EF4"/>
                </a:solidFill>
                <a:latin typeface="Arial" panose="020B0604020202020204" pitchFamily="34" charset="0"/>
                <a:ea typeface="楷体" panose="02010609060101010101" charset="-122"/>
                <a:cs typeface="Arial" panose="020B0604020202020204" pitchFamily="34" charset="0"/>
              </a:rPr>
              <a:t>[填空1]</a:t>
            </a:r>
            <a:r>
              <a:rPr lang="en-US" altLang="zh-CN" sz="2800">
                <a:solidFill>
                  <a:srgbClr val="000000"/>
                </a:solidFill>
                <a:latin typeface="Arial" panose="020B0604020202020204" pitchFamily="34" charset="0"/>
                <a:ea typeface="楷体" panose="02010609060101010101" charset="-122"/>
                <a:cs typeface="Arial" panose="020B0604020202020204" pitchFamily="34" charset="0"/>
              </a:rPr>
              <a:t> mountain road</a:t>
            </a:r>
            <a:endParaRPr lang="en-US" altLang="zh-CN" sz="2800">
              <a:solidFill>
                <a:srgbClr val="000000"/>
              </a:solidFill>
              <a:latin typeface="Arial" panose="020B0604020202020204" pitchFamily="34" charset="0"/>
              <a:ea typeface="楷体" panose="02010609060101010101" charset="-122"/>
              <a:cs typeface="Arial" panose="020B0604020202020204" pitchFamily="34" charset="0"/>
            </a:endParaRPr>
          </a:p>
          <a:p>
            <a:pPr lvl="0" algn="l">
              <a:lnSpc>
                <a:spcPct val="140000"/>
              </a:lnSpc>
              <a:buNone/>
            </a:pPr>
            <a:r>
              <a:rPr lang="en-US" altLang="zh-CN" sz="2800">
                <a:solidFill>
                  <a:srgbClr val="000000"/>
                </a:solidFill>
                <a:latin typeface="Arial" panose="020B0604020202020204" pitchFamily="34" charset="0"/>
                <a:ea typeface="楷体" panose="02010609060101010101" charset="-122"/>
                <a:cs typeface="Arial" panose="020B0604020202020204" pitchFamily="34" charset="0"/>
              </a:rPr>
              <a:t>2. </a:t>
            </a:r>
            <a:r>
              <a:rPr lang="zh-CN" altLang="en-US" sz="2800">
                <a:solidFill>
                  <a:srgbClr val="000000"/>
                </a:solidFill>
                <a:latin typeface="Arial" panose="020B0604020202020204" pitchFamily="34" charset="0"/>
                <a:ea typeface="楷体" panose="02010609060101010101" charset="-122"/>
                <a:cs typeface="Arial" panose="020B0604020202020204" pitchFamily="34" charset="0"/>
              </a:rPr>
              <a:t>我与青香蕉的邂逅</a:t>
            </a:r>
            <a:r>
              <a:rPr lang="en-US" altLang="zh-CN" sz="2800">
                <a:solidFill>
                  <a:srgbClr val="000000"/>
                </a:solidFill>
                <a:latin typeface="Arial" panose="020B0604020202020204" pitchFamily="34" charset="0"/>
                <a:ea typeface="楷体" panose="02010609060101010101" charset="-122"/>
                <a:cs typeface="Arial" panose="020B0604020202020204" pitchFamily="34" charset="0"/>
              </a:rPr>
              <a:t>: my  </a:t>
            </a:r>
            <a:r>
              <a:rPr lang="en-US" altLang="zh-CN" sz="2800">
                <a:solidFill>
                  <a:srgbClr val="639EF4"/>
                </a:solidFill>
                <a:latin typeface="Arial" panose="020B0604020202020204" pitchFamily="34" charset="0"/>
                <a:ea typeface="楷体" panose="02010609060101010101" charset="-122"/>
                <a:cs typeface="Arial" panose="020B0604020202020204" pitchFamily="34" charset="0"/>
              </a:rPr>
              <a:t>[填空2]</a:t>
            </a:r>
            <a:r>
              <a:rPr lang="en-US" altLang="zh-CN" sz="2800">
                <a:solidFill>
                  <a:srgbClr val="000000"/>
                </a:solidFill>
                <a:latin typeface="Arial" panose="020B0604020202020204" pitchFamily="34" charset="0"/>
                <a:ea typeface="楷体" panose="02010609060101010101" charset="-122"/>
                <a:cs typeface="Arial" panose="020B0604020202020204" pitchFamily="34" charset="0"/>
              </a:rPr>
              <a:t> with green bananas</a:t>
            </a:r>
            <a:endParaRPr lang="en-US" altLang="zh-CN" sz="2800">
              <a:solidFill>
                <a:srgbClr val="000000"/>
              </a:solidFill>
              <a:latin typeface="Arial" panose="020B0604020202020204" pitchFamily="34" charset="0"/>
              <a:ea typeface="楷体" panose="02010609060101010101" charset="-122"/>
              <a:cs typeface="Arial" panose="020B0604020202020204" pitchFamily="34" charset="0"/>
            </a:endParaRPr>
          </a:p>
          <a:p>
            <a:pPr lvl="0" algn="l">
              <a:lnSpc>
                <a:spcPct val="140000"/>
              </a:lnSpc>
              <a:buNone/>
            </a:pPr>
            <a:r>
              <a:rPr lang="en-US" altLang="zh-CN" sz="2800">
                <a:solidFill>
                  <a:srgbClr val="000000"/>
                </a:solidFill>
                <a:latin typeface="Arial" panose="020B0604020202020204" pitchFamily="34" charset="0"/>
                <a:ea typeface="楷体" panose="02010609060101010101" charset="-122"/>
                <a:cs typeface="Arial" panose="020B0604020202020204" pitchFamily="34" charset="0"/>
              </a:rPr>
              <a:t>3.  </a:t>
            </a:r>
            <a:r>
              <a:rPr lang="zh-CN" altLang="en-US" sz="2800">
                <a:solidFill>
                  <a:srgbClr val="000000"/>
                </a:solidFill>
                <a:latin typeface="Arial" panose="020B0604020202020204" pitchFamily="34" charset="0"/>
                <a:ea typeface="楷体" panose="02010609060101010101" charset="-122"/>
                <a:cs typeface="Arial" panose="020B0604020202020204" pitchFamily="34" charset="0"/>
              </a:rPr>
              <a:t>零星散布在周围的房屋：</a:t>
            </a:r>
            <a:r>
              <a:rPr lang="en-US" altLang="zh-CN" sz="2800">
                <a:solidFill>
                  <a:srgbClr val="000000"/>
                </a:solidFill>
                <a:latin typeface="Arial" panose="020B0604020202020204" pitchFamily="34" charset="0"/>
                <a:ea typeface="楷体" panose="02010609060101010101" charset="-122"/>
                <a:cs typeface="Arial" panose="020B0604020202020204" pitchFamily="34" charset="0"/>
              </a:rPr>
              <a:t>houses that were  </a:t>
            </a:r>
            <a:r>
              <a:rPr lang="en-US" altLang="zh-CN" sz="2800">
                <a:solidFill>
                  <a:srgbClr val="639EF4"/>
                </a:solidFill>
                <a:latin typeface="Arial" panose="020B0604020202020204" pitchFamily="34" charset="0"/>
                <a:ea typeface="楷体" panose="02010609060101010101" charset="-122"/>
                <a:cs typeface="Arial" panose="020B0604020202020204" pitchFamily="34" charset="0"/>
              </a:rPr>
              <a:t>[填空3]</a:t>
            </a:r>
            <a:r>
              <a:rPr lang="en-US" altLang="zh-CN" sz="2800">
                <a:solidFill>
                  <a:srgbClr val="000000"/>
                </a:solidFill>
                <a:latin typeface="Arial" panose="020B0604020202020204" pitchFamily="34" charset="0"/>
                <a:ea typeface="楷体" panose="02010609060101010101" charset="-122"/>
                <a:cs typeface="Arial" panose="020B0604020202020204" pitchFamily="34" charset="0"/>
              </a:rPr>
              <a:t> here and there</a:t>
            </a:r>
            <a:endParaRPr lang="en-US" altLang="zh-CN" sz="2800">
              <a:solidFill>
                <a:srgbClr val="000000"/>
              </a:solidFill>
              <a:latin typeface="Arial" panose="020B0604020202020204" pitchFamily="34" charset="0"/>
              <a:ea typeface="楷体" panose="02010609060101010101" charset="-122"/>
              <a:cs typeface="Arial" panose="020B0604020202020204" pitchFamily="34" charset="0"/>
            </a:endParaRPr>
          </a:p>
          <a:p>
            <a:pPr lvl="0" algn="l">
              <a:lnSpc>
                <a:spcPct val="140000"/>
              </a:lnSpc>
              <a:buNone/>
            </a:pPr>
            <a:r>
              <a:rPr lang="en-US" altLang="zh-CN" sz="2800">
                <a:solidFill>
                  <a:srgbClr val="000000"/>
                </a:solidFill>
                <a:latin typeface="Arial" panose="020B0604020202020204" pitchFamily="34" charset="0"/>
                <a:ea typeface="楷体" panose="02010609060101010101" charset="-122"/>
                <a:cs typeface="Arial" panose="020B0604020202020204" pitchFamily="34" charset="0"/>
              </a:rPr>
              <a:t>4. 三股细细的热水流从</a:t>
            </a:r>
            <a:r>
              <a:rPr lang="zh-CN" altLang="en-US" sz="2800">
                <a:solidFill>
                  <a:srgbClr val="000000"/>
                </a:solidFill>
                <a:latin typeface="Arial" panose="020B0604020202020204" pitchFamily="34" charset="0"/>
                <a:ea typeface="楷体" panose="02010609060101010101" charset="-122"/>
                <a:cs typeface="Arial" panose="020B0604020202020204" pitchFamily="34" charset="0"/>
              </a:rPr>
              <a:t>孔</a:t>
            </a:r>
            <a:r>
              <a:rPr lang="en-US" altLang="zh-CN" sz="2800">
                <a:solidFill>
                  <a:srgbClr val="000000"/>
                </a:solidFill>
                <a:latin typeface="Arial" panose="020B0604020202020204" pitchFamily="34" charset="0"/>
                <a:ea typeface="楷体" panose="02010609060101010101" charset="-122"/>
                <a:cs typeface="Arial" panose="020B0604020202020204" pitchFamily="34" charset="0"/>
              </a:rPr>
              <a:t>里涌出来</a:t>
            </a:r>
            <a:r>
              <a:rPr lang="zh-CN" altLang="en-US" sz="2800">
                <a:solidFill>
                  <a:srgbClr val="000000"/>
                </a:solidFill>
                <a:latin typeface="Arial" panose="020B0604020202020204" pitchFamily="34" charset="0"/>
                <a:ea typeface="楷体" panose="02010609060101010101" charset="-122"/>
                <a:cs typeface="Arial" panose="020B0604020202020204" pitchFamily="34" charset="0"/>
              </a:rPr>
              <a:t>：</a:t>
            </a:r>
            <a:r>
              <a:rPr lang="en-US" altLang="zh-CN" sz="2800">
                <a:solidFill>
                  <a:srgbClr val="000000"/>
                </a:solidFill>
                <a:latin typeface="Arial" panose="020B0604020202020204" pitchFamily="34" charset="0"/>
                <a:ea typeface="楷体" panose="02010609060101010101" charset="-122"/>
                <a:cs typeface="Arial" panose="020B0604020202020204" pitchFamily="34" charset="0"/>
              </a:rPr>
              <a:t>Three </a:t>
            </a:r>
            <a:r>
              <a:rPr lang="en-US" altLang="zh-CN" sz="2800">
                <a:solidFill>
                  <a:srgbClr val="639EF4"/>
                </a:solidFill>
                <a:latin typeface="Arial" panose="020B0604020202020204" pitchFamily="34" charset="0"/>
                <a:ea typeface="楷体" panose="02010609060101010101" charset="-122"/>
                <a:cs typeface="Arial" panose="020B0604020202020204" pitchFamily="34" charset="0"/>
              </a:rPr>
              <a:t>[填空4]</a:t>
            </a:r>
            <a:r>
              <a:rPr lang="en-US" altLang="zh-CN" sz="2800">
                <a:solidFill>
                  <a:srgbClr val="000000"/>
                </a:solidFill>
                <a:latin typeface="Arial" panose="020B0604020202020204" pitchFamily="34" charset="0"/>
                <a:ea typeface="楷体" panose="02010609060101010101" charset="-122"/>
                <a:cs typeface="Arial" panose="020B0604020202020204" pitchFamily="34" charset="0"/>
              </a:rPr>
              <a:t> streams of hot water were  </a:t>
            </a:r>
            <a:r>
              <a:rPr lang="en-US" altLang="zh-CN" sz="2800">
                <a:solidFill>
                  <a:srgbClr val="639EF4"/>
                </a:solidFill>
                <a:latin typeface="Arial" panose="020B0604020202020204" pitchFamily="34" charset="0"/>
                <a:ea typeface="楷体" panose="02010609060101010101" charset="-122"/>
                <a:cs typeface="Arial" panose="020B0604020202020204" pitchFamily="34" charset="0"/>
              </a:rPr>
              <a:t>[填空5]</a:t>
            </a:r>
            <a:r>
              <a:rPr lang="en-US" altLang="zh-CN" sz="2800">
                <a:solidFill>
                  <a:srgbClr val="000000"/>
                </a:solidFill>
                <a:latin typeface="Arial" panose="020B0604020202020204" pitchFamily="34" charset="0"/>
                <a:ea typeface="楷体" panose="02010609060101010101" charset="-122"/>
                <a:cs typeface="Arial" panose="020B0604020202020204" pitchFamily="34" charset="0"/>
              </a:rPr>
              <a:t> from holes.</a:t>
            </a:r>
            <a:endParaRPr lang="en-US" altLang="zh-CN" sz="2800">
              <a:solidFill>
                <a:srgbClr val="000000"/>
              </a:solidFill>
              <a:latin typeface="Arial" panose="020B0604020202020204" pitchFamily="34" charset="0"/>
              <a:ea typeface="楷体" panose="02010609060101010101" charset="-122"/>
              <a:cs typeface="Arial" panose="020B0604020202020204" pitchFamily="34" charset="0"/>
            </a:endParaRPr>
          </a:p>
        </p:txBody>
      </p:sp>
      <p:sp>
        <p:nvSpPr>
          <p:cNvPr id="4" name="圆角矩形 3"/>
          <p:cNvSpPr/>
          <p:nvPr>
            <p:custDataLst>
              <p:tags r:id="rId2"/>
            </p:custDataLst>
          </p:nvPr>
        </p:nvSpPr>
        <p:spPr>
          <a:xfrm>
            <a:off x="8915400" y="6214745"/>
            <a:ext cx="1543050" cy="411480"/>
          </a:xfrm>
          <a:prstGeom prst="roundRect">
            <a:avLst/>
          </a:prstGeom>
          <a:solidFill>
            <a:srgbClr val="808080"/>
          </a:solidFill>
          <a:ln w="381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p>
            <a:pPr algn="ctr"/>
            <a:r>
              <a:rPr lang="zh-CN" altLang="en-US" sz="1600">
                <a:solidFill>
                  <a:srgbClr val="FFFFFF"/>
                </a:solidFill>
                <a:latin typeface="微软雅黑" panose="020B0503020204020204" charset="-122"/>
                <a:ea typeface="微软雅黑" panose="020B0503020204020204" charset="-122"/>
              </a:rPr>
              <a:t>作答</a:t>
            </a:r>
            <a:endParaRPr lang="zh-CN" altLang="en-US" sz="1600">
              <a:solidFill>
                <a:srgbClr val="FFFFFF"/>
              </a:solidFill>
              <a:latin typeface="微软雅黑" panose="020B0503020204020204" charset="-122"/>
              <a:ea typeface="微软雅黑" panose="020B0503020204020204" charset="-122"/>
            </a:endParaRPr>
          </a:p>
        </p:txBody>
      </p:sp>
      <p:pic>
        <p:nvPicPr>
          <p:cNvPr id="10" name="图片 9"/>
          <p:cNvPicPr/>
          <p:nvPr/>
        </p:nvPicPr>
        <p:blipFill>
          <a:blip r:embed="rId3"/>
          <a:stretch>
            <a:fillRect/>
          </a:stretch>
        </p:blipFill>
        <p:spPr>
          <a:xfrm>
            <a:off x="9429115" y="895985"/>
            <a:ext cx="2539365" cy="1798955"/>
          </a:xfrm>
          <a:prstGeom prst="rect">
            <a:avLst/>
          </a:prstGeom>
        </p:spPr>
      </p:pic>
      <p:grpSp>
        <p:nvGrpSpPr>
          <p:cNvPr id="9" name="组合 8"/>
          <p:cNvGrpSpPr/>
          <p:nvPr>
            <p:custDataLst>
              <p:tags r:id="rId4"/>
            </p:custDataLst>
          </p:nvPr>
        </p:nvGrpSpPr>
        <p:grpSpPr>
          <a:xfrm>
            <a:off x="0" y="0"/>
            <a:ext cx="12192000" cy="635000"/>
            <a:chOff x="0" y="0"/>
            <a:chExt cx="19200" cy="1000"/>
          </a:xfrm>
        </p:grpSpPr>
        <p:sp>
          <p:nvSpPr>
            <p:cNvPr id="5" name="TitleBackground"/>
            <p:cNvSpPr/>
            <p:nvPr>
              <p:custDataLst>
                <p:tags r:id="rId5"/>
              </p:custDataLst>
            </p:nvPr>
          </p:nvSpPr>
          <p:spPr>
            <a:xfrm>
              <a:off x="0" y="0"/>
              <a:ext cx="19200"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ColorBlock"/>
            <p:cNvSpPr/>
            <p:nvPr>
              <p:custDataLst>
                <p:tags r:id="rId6"/>
              </p:custDataLst>
            </p:nvPr>
          </p:nvSpPr>
          <p:spPr>
            <a:xfrm>
              <a:off x="0" y="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TypeText"/>
            <p:cNvSpPr txBox="1"/>
            <p:nvPr>
              <p:custDataLst>
                <p:tags r:id="rId7"/>
              </p:custDataLst>
            </p:nvPr>
          </p:nvSpPr>
          <p:spPr>
            <a:xfrm>
              <a:off x="400" y="0"/>
              <a:ext cx="3000" cy="1000"/>
            </a:xfrm>
            <a:prstGeom prst="rect">
              <a:avLst/>
            </a:prstGeom>
            <a:noFill/>
          </p:spPr>
          <p:txBody>
            <a:bodyPr wrap="non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填空题</a:t>
              </a:r>
              <a:endParaRPr lang="zh-CN" altLang="en-US" sz="2600">
                <a:solidFill>
                  <a:srgbClr val="000000"/>
                </a:solidFill>
                <a:latin typeface="微软雅黑" panose="020B0503020204020204" charset="-122"/>
                <a:ea typeface="微软雅黑" panose="020B0503020204020204" charset="-122"/>
              </a:endParaRPr>
            </a:p>
          </p:txBody>
        </p:sp>
        <p:sp>
          <p:nvSpPr>
            <p:cNvPr id="8" name="TipText"/>
            <p:cNvSpPr txBox="1"/>
            <p:nvPr>
              <p:custDataLst>
                <p:tags r:id="rId8"/>
              </p:custDataLst>
            </p:nvPr>
          </p:nvSpPr>
          <p:spPr>
            <a:xfrm>
              <a:off x="2248" y="172"/>
              <a:ext cx="3600" cy="800"/>
            </a:xfrm>
            <a:prstGeom prst="rect">
              <a:avLst/>
            </a:prstGeom>
            <a:noFill/>
          </p:spPr>
          <p:txBody>
            <a:bodyPr wrap="none" rtlCol="0" anchor="ctr" anchorCtr="0">
              <a:noAutofit/>
            </a:bodyPr>
            <a:p>
              <a:pPr lvl="0" algn="l">
                <a:buNone/>
              </a:pPr>
              <a:r>
                <a:rPr lang="zh-CN" altLang="en-US" sz="2000">
                  <a:solidFill>
                    <a:srgbClr val="808080"/>
                  </a:solidFill>
                  <a:latin typeface="微软雅黑" panose="020B0503020204020204" charset="-122"/>
                  <a:ea typeface="微软雅黑" panose="020B0503020204020204" charset="-122"/>
                  <a:cs typeface="微软雅黑" panose="020B0503020204020204" charset="-122"/>
                </a:rPr>
                <a:t>25分</a:t>
              </a:r>
              <a:endParaRPr lang="zh-CN" altLang="en-US" sz="2000">
                <a:solidFill>
                  <a:srgbClr val="808080"/>
                </a:solidFill>
                <a:latin typeface="微软雅黑" panose="020B0503020204020204" charset="-122"/>
                <a:ea typeface="微软雅黑" panose="020B0503020204020204" charset="-122"/>
                <a:cs typeface="微软雅黑" panose="020B0503020204020204" charset="-122"/>
              </a:endParaRPr>
            </a:p>
          </p:txBody>
        </p:sp>
      </p:grpSp>
      <p:pic>
        <p:nvPicPr>
          <p:cNvPr id="2" name="图片 1" descr="tmpC644"/>
          <p:cNvPicPr>
            <a:picLocks noChangeAspect="1"/>
          </p:cNvPicPr>
          <p:nvPr>
            <p:custDataLst>
              <p:tags r:id="rId9"/>
            </p:custDataLst>
          </p:nvPr>
        </p:nvPicPr>
        <p:blipFill>
          <a:blip r:embed="rId10"/>
          <a:stretch>
            <a:fillRect/>
          </a:stretch>
        </p:blipFill>
        <p:spPr>
          <a:xfrm>
            <a:off x="10642600" y="63500"/>
            <a:ext cx="1422400" cy="508000"/>
          </a:xfrm>
          <a:prstGeom prst="rect">
            <a:avLst/>
          </a:prstGeom>
        </p:spPr>
      </p:pic>
    </p:spTree>
    <p:custDataLst>
      <p:tags r:id="rId1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1"/>
        </a:blipFill>
        <a:effectLst/>
      </p:bgPr>
    </p:bg>
    <p:spTree>
      <p:nvGrpSpPr>
        <p:cNvPr id="1" name=""/>
        <p:cNvGrpSpPr/>
        <p:nvPr/>
      </p:nvGrpSpPr>
      <p:grpSpPr>
        <a:xfrm>
          <a:off x="0" y="0"/>
          <a:ext cx="0" cy="0"/>
          <a:chOff x="0" y="0"/>
          <a:chExt cx="0" cy="0"/>
        </a:xfrm>
      </p:grpSpPr>
      <p:sp>
        <p:nvSpPr>
          <p:cNvPr id="4100" name="文本框 4"/>
          <p:cNvSpPr txBox="1">
            <a:spLocks noChangeArrowheads="1"/>
          </p:cNvSpPr>
          <p:nvPr/>
        </p:nvSpPr>
        <p:spPr bwMode="auto">
          <a:xfrm>
            <a:off x="184150" y="160655"/>
            <a:ext cx="2513965" cy="460375"/>
          </a:xfrm>
          <a:prstGeom prst="rect">
            <a:avLst/>
          </a:prstGeom>
          <a:noFill/>
          <a:ln w="9525">
            <a:noFill/>
            <a:miter lim="800000"/>
          </a:ln>
          <a:effectLst>
            <a:outerShdw blurRad="50800" dist="38100" dir="5400000" algn="t" rotWithShape="0">
              <a:prstClr val="black">
                <a:alpha val="40000"/>
              </a:prstClr>
            </a:outerShdw>
          </a:effec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rPr>
              <a:t>Text Analysis</a:t>
            </a:r>
            <a:endPar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endParaRPr>
          </a:p>
        </p:txBody>
      </p:sp>
      <p:pic>
        <p:nvPicPr>
          <p:cNvPr id="44" name="图片 43">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l="10347" t="37811" r="43034" b="24326"/>
          <a:stretch>
            <a:fillRect/>
          </a:stretch>
        </p:blipFill>
        <p:spPr>
          <a:xfrm>
            <a:off x="11264265" y="174625"/>
            <a:ext cx="503555" cy="454660"/>
          </a:xfrm>
          <a:prstGeom prst="rect">
            <a:avLst/>
          </a:prstGeom>
        </p:spPr>
      </p:pic>
      <p:sp>
        <p:nvSpPr>
          <p:cNvPr id="46" name="内容占位符 2"/>
          <p:cNvSpPr>
            <a:spLocks noGrp="1"/>
          </p:cNvSpPr>
          <p:nvPr/>
        </p:nvSpPr>
        <p:spPr>
          <a:xfrm>
            <a:off x="1109345" y="952500"/>
            <a:ext cx="9972675" cy="3910330"/>
          </a:xfrm>
          <a:prstGeom prst="rect">
            <a:avLst/>
          </a:prstGeom>
          <a:noFill/>
          <a:ln w="9525">
            <a:noFill/>
            <a:miter lim="800000"/>
          </a:ln>
        </p:spPr>
        <p:txBody>
          <a:bodyPr vert="horz" wrap="square" lIns="91440" tIns="45720" rIns="91440" bIns="45720" numCol="1" anchor="t" anchorCtr="0" compatLnSpc="1"/>
          <a:lstStyle>
            <a:lvl1pPr marL="228600" indent="-22733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733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733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52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4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6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0045" indent="-360045" algn="just">
              <a:lnSpc>
                <a:spcPct val="100000"/>
              </a:lnSpc>
              <a:buNone/>
            </a:pPr>
            <a:r>
              <a:rPr lang="en-US" altLang="zh-CN" b="1" dirty="0">
                <a:latin typeface="Calibri" panose="020F0502020204030204" charset="0"/>
                <a:cs typeface="Calibri" panose="020F0502020204030204" charset="0"/>
              </a:rPr>
              <a:t>	I did not ask them, </a:t>
            </a:r>
            <a:r>
              <a:rPr lang="en-US" altLang="zh-CN" b="1" dirty="0">
                <a:solidFill>
                  <a:srgbClr val="C00000"/>
                </a:solidFill>
                <a:latin typeface="Calibri" panose="020F0502020204030204" charset="0"/>
                <a:cs typeface="Calibri" panose="020F0502020204030204" charset="0"/>
              </a:rPr>
              <a:t>though</a:t>
            </a:r>
            <a:r>
              <a:rPr lang="en-US" altLang="zh-CN" b="1" dirty="0">
                <a:latin typeface="Calibri" panose="020F0502020204030204" charset="0"/>
                <a:cs typeface="Calibri" panose="020F0502020204030204" charset="0"/>
              </a:rPr>
              <a:t>, as that would show my </a:t>
            </a:r>
            <a:r>
              <a:rPr lang="en-US" altLang="zh-CN" b="1" dirty="0">
                <a:latin typeface="Calibri" panose="020F0502020204030204" charset="0"/>
                <a:cs typeface="Calibri" panose="020F0502020204030204" charset="0"/>
              </a:rPr>
              <a:t>ignorance. </a:t>
            </a:r>
            <a:endParaRPr lang="en-US" altLang="zh-CN" b="1" dirty="0">
              <a:latin typeface="Calibri" panose="020F0502020204030204" charset="0"/>
              <a:cs typeface="Calibri" panose="020F0502020204030204" charset="0"/>
            </a:endParaRPr>
          </a:p>
          <a:p>
            <a:pPr marL="360045" indent="-360045" algn="just">
              <a:lnSpc>
                <a:spcPct val="100000"/>
              </a:lnSpc>
              <a:buFont typeface="Wingdings" panose="05000000000000000000" pitchFamily="2" charset="2"/>
              <a:buChar char="Ø"/>
            </a:pPr>
            <a:r>
              <a:rPr lang="en-US" altLang="zh-CN" b="1" dirty="0">
                <a:latin typeface="Calibri" panose="020F0502020204030204" charset="0"/>
                <a:cs typeface="Calibri" panose="020F0502020204030204" charset="0"/>
              </a:rPr>
              <a:t>though: </a:t>
            </a:r>
            <a:r>
              <a:rPr lang="en-US" altLang="zh-CN" dirty="0">
                <a:latin typeface="Calibri" panose="020F0502020204030204" charset="0"/>
                <a:cs typeface="Calibri" panose="020F0502020204030204" charset="0"/>
              </a:rPr>
              <a:t>(</a:t>
            </a:r>
            <a:r>
              <a:rPr lang="en-US" altLang="zh-CN" i="1" dirty="0">
                <a:solidFill>
                  <a:srgbClr val="C00000"/>
                </a:solidFill>
                <a:latin typeface="Calibri" panose="020F0502020204030204" charset="0"/>
                <a:cs typeface="Calibri" panose="020F0502020204030204" charset="0"/>
              </a:rPr>
              <a:t>adv.</a:t>
            </a:r>
            <a:r>
              <a:rPr lang="en-US" altLang="zh-CN" dirty="0">
                <a:latin typeface="Calibri" panose="020F0502020204030204" charset="0"/>
                <a:cs typeface="Calibri" panose="020F0502020204030204" charset="0"/>
              </a:rPr>
              <a:t>)</a:t>
            </a:r>
            <a:r>
              <a:rPr lang="en-US" altLang="zh-CN" i="1" dirty="0">
                <a:solidFill>
                  <a:srgbClr val="C00000"/>
                </a:solidFill>
                <a:latin typeface="Calibri" panose="020F0502020204030204" charset="0"/>
                <a:cs typeface="Calibri" panose="020F0502020204030204" charset="0"/>
              </a:rPr>
              <a:t> </a:t>
            </a:r>
            <a:r>
              <a:rPr lang="en-US" altLang="zh-CN" dirty="0">
                <a:latin typeface="华文楷体" panose="02010600040101010101" charset="-122"/>
                <a:ea typeface="华文楷体" panose="02010600040101010101" charset="-122"/>
                <a:cs typeface="Calibri" panose="020F0502020204030204" charset="0"/>
              </a:rPr>
              <a:t>（尤用于句末补充说明，使语气减弱）不过，可是，然而</a:t>
            </a:r>
            <a:endParaRPr lang="en-US" altLang="zh-CN" dirty="0">
              <a:latin typeface="华文楷体" panose="02010600040101010101" charset="-122"/>
              <a:ea typeface="华文楷体" panose="02010600040101010101" charset="-122"/>
              <a:cs typeface="Calibri" panose="020F0502020204030204" charset="0"/>
            </a:endParaRPr>
          </a:p>
          <a:p>
            <a:pPr marL="360045" indent="-360045" algn="just">
              <a:lnSpc>
                <a:spcPct val="100000"/>
              </a:lnSpc>
              <a:buNone/>
            </a:pPr>
            <a:r>
              <a:rPr lang="en-US" altLang="zh-CN" dirty="0">
                <a:latin typeface="Calibri" panose="020F0502020204030204" charset="0"/>
                <a:cs typeface="Calibri" panose="020F0502020204030204" charset="0"/>
              </a:rPr>
              <a:t>It’s hard work. I enjoy it </a:t>
            </a:r>
            <a:r>
              <a:rPr lang="en-US" altLang="zh-CN" dirty="0">
                <a:solidFill>
                  <a:srgbClr val="FF0000"/>
                </a:solidFill>
                <a:latin typeface="Calibri" panose="020F0502020204030204" charset="0"/>
                <a:cs typeface="Calibri" panose="020F0502020204030204" charset="0"/>
              </a:rPr>
              <a:t>though</a:t>
            </a:r>
            <a:r>
              <a:rPr lang="en-US" altLang="zh-CN" dirty="0">
                <a:latin typeface="Calibri" panose="020F0502020204030204" charset="0"/>
                <a:cs typeface="Calibri" panose="020F0502020204030204" charset="0"/>
              </a:rPr>
              <a:t>.</a:t>
            </a:r>
            <a:endParaRPr lang="en-US" altLang="zh-CN" dirty="0">
              <a:latin typeface="Calibri" panose="020F0502020204030204" charset="0"/>
              <a:cs typeface="Calibri" panose="020F0502020204030204" charset="0"/>
            </a:endParaRPr>
          </a:p>
          <a:p>
            <a:pPr marL="360045" indent="-360045" algn="just">
              <a:lnSpc>
                <a:spcPct val="100000"/>
              </a:lnSpc>
              <a:buNone/>
            </a:pPr>
            <a:r>
              <a:rPr lang="en-US" altLang="zh-CN" dirty="0">
                <a:latin typeface="华文楷体" panose="02010600040101010101" charset="-122"/>
                <a:ea typeface="华文楷体" panose="02010600040101010101" charset="-122"/>
                <a:cs typeface="Calibri" panose="020F0502020204030204" charset="0"/>
              </a:rPr>
              <a:t>这个活</a:t>
            </a:r>
            <a:r>
              <a:rPr lang="zh-CN" altLang="en-US" dirty="0">
                <a:latin typeface="华文楷体" panose="02010600040101010101" charset="-122"/>
                <a:ea typeface="华文楷体" panose="02010600040101010101" charset="-122"/>
                <a:cs typeface="Calibri" panose="020F0502020204030204" charset="0"/>
              </a:rPr>
              <a:t>比较累</a:t>
            </a:r>
            <a:r>
              <a:rPr lang="en-US" altLang="zh-CN" dirty="0">
                <a:latin typeface="华文楷体" panose="02010600040101010101" charset="-122"/>
                <a:ea typeface="华文楷体" panose="02010600040101010101" charset="-122"/>
                <a:cs typeface="Calibri" panose="020F0502020204030204" charset="0"/>
              </a:rPr>
              <a:t>，不过我乐意干。</a:t>
            </a:r>
            <a:endParaRPr lang="en-US" altLang="zh-CN" dirty="0">
              <a:latin typeface="华文楷体" panose="02010600040101010101" charset="-122"/>
              <a:ea typeface="华文楷体" panose="02010600040101010101" charset="-122"/>
              <a:cs typeface="Calibri" panose="020F0502020204030204" charset="0"/>
            </a:endParaRPr>
          </a:p>
          <a:p>
            <a:pPr marL="360045" indent="-360045" algn="just">
              <a:lnSpc>
                <a:spcPct val="100000"/>
              </a:lnSpc>
              <a:buNone/>
            </a:pPr>
            <a:r>
              <a:rPr lang="en-US" altLang="zh-CN" dirty="0">
                <a:latin typeface="华文楷体" panose="02010600040101010101" charset="-122"/>
                <a:ea typeface="华文楷体" panose="02010600040101010101" charset="-122"/>
                <a:cs typeface="Calibri" panose="020F0502020204030204" charset="0"/>
                <a:sym typeface="+mn-ea"/>
              </a:rPr>
              <a:t>我们队输了，可是这也不失为一场好球。</a:t>
            </a:r>
            <a:endParaRPr kumimoji="0" lang="en-US" altLang="zh-CN" b="0" i="0" u="none" strike="noStrike" kern="1200" cap="none" spc="0" normalizeH="0" baseline="0" noProof="0" dirty="0">
              <a:ln>
                <a:noFill/>
              </a:ln>
              <a:solidFill>
                <a:prstClr val="black"/>
              </a:solidFill>
              <a:effectLst/>
              <a:uLnTx/>
              <a:uFillTx/>
              <a:latin typeface="Calibri" panose="020F0502020204030204" charset="0"/>
              <a:ea typeface="宋体" panose="02010600030101010101" pitchFamily="2" charset="-122"/>
              <a:cs typeface="Calibri" panose="020F0502020204030204" charset="0"/>
            </a:endParaRPr>
          </a:p>
          <a:p>
            <a:pPr marL="360045" indent="-360045" algn="just">
              <a:lnSpc>
                <a:spcPct val="100000"/>
              </a:lnSpc>
              <a:buNone/>
            </a:pPr>
            <a:r>
              <a:rPr lang="en-US" altLang="zh-CN" dirty="0">
                <a:latin typeface="Calibri" panose="020F0502020204030204" charset="0"/>
                <a:cs typeface="Calibri" panose="020F0502020204030204" charset="0"/>
              </a:rPr>
              <a:t>Our team lost. It was a good game, </a:t>
            </a:r>
            <a:r>
              <a:rPr lang="en-US" altLang="zh-CN" dirty="0">
                <a:solidFill>
                  <a:srgbClr val="FF0000"/>
                </a:solidFill>
                <a:latin typeface="Calibri" panose="020F0502020204030204" charset="0"/>
                <a:cs typeface="Calibri" panose="020F0502020204030204" charset="0"/>
              </a:rPr>
              <a:t>though</a:t>
            </a:r>
            <a:r>
              <a:rPr lang="en-US" altLang="zh-CN" dirty="0">
                <a:latin typeface="Calibri" panose="020F0502020204030204" charset="0"/>
                <a:cs typeface="Calibri" panose="020F0502020204030204" charset="0"/>
              </a:rPr>
              <a:t>.</a:t>
            </a:r>
            <a:endParaRPr kumimoji="0" lang="en-US" altLang="zh-CN" sz="2800" b="0" i="0" u="none" strike="noStrike" kern="1200" cap="none" spc="0" normalizeH="0" baseline="0" noProof="0" dirty="0">
              <a:ln>
                <a:noFill/>
              </a:ln>
              <a:solidFill>
                <a:prstClr val="black"/>
              </a:solidFill>
              <a:effectLst/>
              <a:uLnTx/>
              <a:uFillTx/>
              <a:latin typeface="Calibri" panose="020F0502020204030204" charset="0"/>
              <a:ea typeface="宋体" panose="02010600030101010101" pitchFamily="2" charset="-122"/>
              <a:cs typeface="Calibri" panose="020F0502020204030204" charset="0"/>
            </a:endParaRPr>
          </a:p>
        </p:txBody>
      </p:sp>
      <p:sp>
        <p:nvSpPr>
          <p:cNvPr id="2" name="文本框 1"/>
          <p:cNvSpPr txBox="1"/>
          <p:nvPr/>
        </p:nvSpPr>
        <p:spPr>
          <a:xfrm>
            <a:off x="2698115" y="160655"/>
            <a:ext cx="8648065" cy="460375"/>
          </a:xfrm>
          <a:prstGeom prst="rect">
            <a:avLst/>
          </a:prstGeom>
          <a:noFill/>
        </p:spPr>
        <p:txBody>
          <a:bodyPr wrap="square" rtlCol="0" anchor="t">
            <a:spAutoFit/>
          </a:bodyPr>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lang="en-US" altLang="zh-CN" sz="2400" noProof="0" dirty="0">
                <a:ln>
                  <a:noFill/>
                </a:ln>
                <a:solidFill>
                  <a:prstClr val="white"/>
                </a:solidFill>
                <a:effectLst/>
                <a:uLnTx/>
                <a:uFillTx/>
                <a:latin typeface="Arial Black" panose="020B0A04020102020204" pitchFamily="34" charset="0"/>
                <a:ea typeface="等线" panose="02010600030101010101" pitchFamily="2" charset="-122"/>
                <a:sym typeface="+mn-ea"/>
              </a:rPr>
              <a:t> </a:t>
            </a:r>
            <a:r>
              <a:rPr lang="en-US" altLang="zh-CN" sz="2400" b="1" dirty="0">
                <a:latin typeface="Calibri" panose="020F0502020204030204" charset="0"/>
                <a:cs typeface="Calibri" panose="020F0502020204030204" charset="0"/>
                <a:sym typeface="+mn-ea"/>
              </a:rPr>
              <a:t>The author’s interesting experience in central Brazil. (paras. 1–4)</a:t>
            </a:r>
            <a:endParaRPr lang="en-US" altLang="zh-CN" sz="2400" b="1" dirty="0">
              <a:latin typeface="Calibri" panose="020F0502020204030204" charset="0"/>
              <a:cs typeface="Calibri" panose="020F0502020204030204" charset="0"/>
              <a:sym typeface="+mn-ea"/>
            </a:endParaRPr>
          </a:p>
        </p:txBody>
      </p:sp>
      <p:pic>
        <p:nvPicPr>
          <p:cNvPr id="6" name="图片 5" descr="海上有许多岩石&#10;&#10;中度可信度描述已自动生成"/>
          <p:cNvPicPr>
            <a:picLocks noChangeAspect="1"/>
          </p:cNvPicPr>
          <p:nvPr/>
        </p:nvPicPr>
        <p:blipFill>
          <a:blip r:embed="rId4">
            <a:extLst>
              <a:ext uri="{28A0092B-C50C-407E-A947-70E740481C1C}">
                <a14:useLocalDpi xmlns:a14="http://schemas.microsoft.com/office/drawing/2010/main" val="0"/>
              </a:ext>
            </a:extLst>
          </a:blip>
          <a:srcRect l="11213" r="11239"/>
          <a:stretch>
            <a:fillRect/>
          </a:stretch>
        </p:blipFill>
        <p:spPr>
          <a:xfrm>
            <a:off x="8051800" y="2332355"/>
            <a:ext cx="3794125" cy="2894965"/>
          </a:xfrm>
          <a:prstGeom prst="rect">
            <a:avLst/>
          </a:prstGeom>
        </p:spPr>
      </p:pic>
      <p:sp>
        <p:nvSpPr>
          <p:cNvPr id="3" name="文本框 2"/>
          <p:cNvSpPr txBox="1"/>
          <p:nvPr/>
        </p:nvSpPr>
        <p:spPr>
          <a:xfrm>
            <a:off x="8444230" y="5401945"/>
            <a:ext cx="3323590" cy="460375"/>
          </a:xfrm>
          <a:prstGeom prst="rect">
            <a:avLst/>
          </a:prstGeom>
          <a:noFill/>
        </p:spPr>
        <p:txBody>
          <a:bodyPr wrap="square" rtlCol="0" anchor="t">
            <a:spAutoFit/>
          </a:bodyPr>
          <a:p>
            <a:r>
              <a:rPr lang="en-US" altLang="zh-CN" sz="2400" noProof="0" dirty="0" err="1">
                <a:ln>
                  <a:noFill/>
                </a:ln>
                <a:solidFill>
                  <a:prstClr val="black"/>
                </a:solidFill>
                <a:effectLst/>
                <a:uLnTx/>
                <a:uFillTx/>
                <a:latin typeface="Calibri" panose="020F0502020204030204"/>
                <a:ea typeface="宋体" panose="02010600030101010101" pitchFamily="2" charset="-122"/>
                <a:sym typeface="+mn-ea"/>
              </a:rPr>
              <a:t>Su</a:t>
            </a:r>
            <a:r>
              <a:rPr lang="en-US" altLang="zh-CN" sz="2400" noProof="0" dirty="0" err="1">
                <a:ln>
                  <a:noFill/>
                </a:ln>
                <a:solidFill>
                  <a:prstClr val="black"/>
                </a:solidFill>
                <a:effectLst/>
                <a:uLnTx/>
                <a:uFillTx/>
                <a:latin typeface="Calibri" panose="020F0502020204030204"/>
                <a:ea typeface="宋体" panose="02010600030101010101" pitchFamily="2" charset="-122"/>
                <a:sym typeface="+mn-ea"/>
              </a:rPr>
              <a:t>garloaf</a:t>
            </a:r>
            <a:r>
              <a:rPr lang="zh-CN" altLang="en-US" sz="2400" noProof="0" dirty="0">
                <a:ln>
                  <a:noFill/>
                </a:ln>
                <a:solidFill>
                  <a:prstClr val="black"/>
                </a:solidFill>
                <a:effectLst/>
                <a:uLnTx/>
                <a:uFillTx/>
                <a:latin typeface="Calibri" panose="020F0502020204030204"/>
                <a:ea typeface="宋体" panose="02010600030101010101" pitchFamily="2" charset="-122"/>
                <a:sym typeface="+mn-ea"/>
              </a:rPr>
              <a:t> </a:t>
            </a:r>
            <a:r>
              <a:rPr lang="en-US" altLang="zh-CN" sz="2400" noProof="0" dirty="0">
                <a:ln>
                  <a:noFill/>
                </a:ln>
                <a:solidFill>
                  <a:prstClr val="black"/>
                </a:solidFill>
                <a:effectLst/>
                <a:uLnTx/>
                <a:uFillTx/>
                <a:latin typeface="Calibri" panose="020F0502020204030204"/>
                <a:ea typeface="宋体" panose="02010600030101010101" pitchFamily="2" charset="-122"/>
                <a:sym typeface="+mn-ea"/>
              </a:rPr>
              <a:t>Mountain</a:t>
            </a:r>
            <a:endParaRPr lang="en-US" altLang="zh-CN" sz="2400" noProof="0" dirty="0">
              <a:ln>
                <a:noFill/>
              </a:ln>
              <a:solidFill>
                <a:prstClr val="black"/>
              </a:solidFill>
              <a:effectLst/>
              <a:uLnTx/>
              <a:uFillTx/>
              <a:latin typeface="Calibri" panose="020F0502020204030204"/>
              <a:ea typeface="宋体" panose="02010600030101010101" pitchFamily="2"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6">
                                            <p:txEl>
                                              <p:pRg st="1" end="1"/>
                                            </p:txEl>
                                          </p:spTgt>
                                        </p:tgtEl>
                                        <p:attrNameLst>
                                          <p:attrName>style.visibility</p:attrName>
                                        </p:attrNameLst>
                                      </p:cBhvr>
                                      <p:to>
                                        <p:strVal val="visible"/>
                                      </p:to>
                                    </p:set>
                                    <p:animEffect transition="in" filter="dissolve">
                                      <p:cBhvr>
                                        <p:cTn id="7" dur="500"/>
                                        <p:tgtEl>
                                          <p:spTgt spid="4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6">
                                            <p:txEl>
                                              <p:pRg st="2" end="2"/>
                                            </p:txEl>
                                          </p:spTgt>
                                        </p:tgtEl>
                                        <p:attrNameLst>
                                          <p:attrName>style.visibility</p:attrName>
                                        </p:attrNameLst>
                                      </p:cBhvr>
                                      <p:to>
                                        <p:strVal val="visible"/>
                                      </p:to>
                                    </p:set>
                                    <p:animEffect transition="in" filter="dissolve">
                                      <p:cBhvr>
                                        <p:cTn id="12" dur="500"/>
                                        <p:tgtEl>
                                          <p:spTgt spid="4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6">
                                            <p:txEl>
                                              <p:pRg st="3" end="3"/>
                                            </p:txEl>
                                          </p:spTgt>
                                        </p:tgtEl>
                                        <p:attrNameLst>
                                          <p:attrName>style.visibility</p:attrName>
                                        </p:attrNameLst>
                                      </p:cBhvr>
                                      <p:to>
                                        <p:strVal val="visible"/>
                                      </p:to>
                                    </p:set>
                                    <p:animEffect transition="in" filter="dissolve">
                                      <p:cBhvr>
                                        <p:cTn id="17" dur="500"/>
                                        <p:tgtEl>
                                          <p:spTgt spid="46">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46">
                                            <p:txEl>
                                              <p:pRg st="4" end="4"/>
                                            </p:txEl>
                                          </p:spTgt>
                                        </p:tgtEl>
                                        <p:attrNameLst>
                                          <p:attrName>style.visibility</p:attrName>
                                        </p:attrNameLst>
                                      </p:cBhvr>
                                      <p:to>
                                        <p:strVal val="visible"/>
                                      </p:to>
                                    </p:set>
                                    <p:animEffect transition="in" filter="dissolve">
                                      <p:cBhvr>
                                        <p:cTn id="22" dur="500"/>
                                        <p:tgtEl>
                                          <p:spTgt spid="46">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46">
                                            <p:txEl>
                                              <p:pRg st="5" end="5"/>
                                            </p:txEl>
                                          </p:spTgt>
                                        </p:tgtEl>
                                        <p:attrNameLst>
                                          <p:attrName>style.visibility</p:attrName>
                                        </p:attrNameLst>
                                      </p:cBhvr>
                                      <p:to>
                                        <p:strVal val="visible"/>
                                      </p:to>
                                    </p:set>
                                    <p:animEffect transition="in" filter="dissolve">
                                      <p:cBhvr>
                                        <p:cTn id="27" dur="500"/>
                                        <p:tgtEl>
                                          <p:spTgt spid="46">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checkerboard(across)">
                                      <p:cBhvr>
                                        <p:cTn id="32" dur="500"/>
                                        <p:tgtEl>
                                          <p:spTgt spid="6"/>
                                        </p:tgtEl>
                                      </p:cBhvr>
                                    </p:animEffect>
                                  </p:childTnLst>
                                </p:cTn>
                              </p:par>
                              <p:par>
                                <p:cTn id="33" presetID="5" presetClass="entr" presetSubtype="10" fill="hold" grpId="0" nodeType="withEffect">
                                  <p:stCondLst>
                                    <p:cond delay="0"/>
                                  </p:stCondLst>
                                  <p:childTnLst>
                                    <p:set>
                                      <p:cBhvr>
                                        <p:cTn id="34" dur="1" fill="hold">
                                          <p:stCondLst>
                                            <p:cond delay="0"/>
                                          </p:stCondLst>
                                        </p:cTn>
                                        <p:tgtEl>
                                          <p:spTgt spid="3"/>
                                        </p:tgtEl>
                                        <p:attrNameLst>
                                          <p:attrName>style.visibility</p:attrName>
                                        </p:attrNameLst>
                                      </p:cBhvr>
                                      <p:to>
                                        <p:strVal val="visible"/>
                                      </p:to>
                                    </p:set>
                                    <p:animEffect transition="in" filter="checkerboard(across)">
                                      <p:cBhvr>
                                        <p:cTn id="3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1"/>
        </a:blipFill>
        <a:effectLst/>
      </p:bgPr>
    </p:bg>
    <p:spTree>
      <p:nvGrpSpPr>
        <p:cNvPr id="1" name=""/>
        <p:cNvGrpSpPr/>
        <p:nvPr/>
      </p:nvGrpSpPr>
      <p:grpSpPr>
        <a:xfrm>
          <a:off x="0" y="0"/>
          <a:ext cx="0" cy="0"/>
          <a:chOff x="0" y="0"/>
          <a:chExt cx="0" cy="0"/>
        </a:xfrm>
      </p:grpSpPr>
      <p:sp>
        <p:nvSpPr>
          <p:cNvPr id="4100" name="文本框 4"/>
          <p:cNvSpPr txBox="1">
            <a:spLocks noChangeArrowheads="1"/>
          </p:cNvSpPr>
          <p:nvPr/>
        </p:nvSpPr>
        <p:spPr bwMode="auto">
          <a:xfrm>
            <a:off x="184150" y="160655"/>
            <a:ext cx="4390390" cy="460375"/>
          </a:xfrm>
          <a:prstGeom prst="rect">
            <a:avLst/>
          </a:prstGeom>
          <a:noFill/>
          <a:ln w="9525">
            <a:noFill/>
            <a:miter lim="800000"/>
          </a:ln>
          <a:effectLst>
            <a:outerShdw blurRad="50800" dist="38100" dir="5400000" algn="t" rotWithShape="0">
              <a:prstClr val="black">
                <a:alpha val="40000"/>
              </a:prstClr>
            </a:outerShdw>
          </a:effec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rPr>
              <a:t>Text Analysis</a:t>
            </a:r>
            <a:endPar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endParaRPr>
          </a:p>
        </p:txBody>
      </p:sp>
      <p:pic>
        <p:nvPicPr>
          <p:cNvPr id="44" name="图片 43">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l="10347" t="37811" r="43034" b="24326"/>
          <a:stretch>
            <a:fillRect/>
          </a:stretch>
        </p:blipFill>
        <p:spPr>
          <a:xfrm>
            <a:off x="11264265" y="174625"/>
            <a:ext cx="503555" cy="454660"/>
          </a:xfrm>
          <a:prstGeom prst="rect">
            <a:avLst/>
          </a:prstGeom>
        </p:spPr>
      </p:pic>
      <p:sp>
        <p:nvSpPr>
          <p:cNvPr id="46" name="内容占位符 2"/>
          <p:cNvSpPr>
            <a:spLocks noGrp="1"/>
          </p:cNvSpPr>
          <p:nvPr/>
        </p:nvSpPr>
        <p:spPr>
          <a:xfrm>
            <a:off x="988695" y="990600"/>
            <a:ext cx="10275570" cy="4445000"/>
          </a:xfrm>
          <a:prstGeom prst="rect">
            <a:avLst/>
          </a:prstGeom>
          <a:noFill/>
          <a:ln w="9525">
            <a:noFill/>
            <a:miter lim="800000"/>
          </a:ln>
        </p:spPr>
        <p:txBody>
          <a:bodyPr vert="horz" wrap="square" lIns="91440" tIns="45720" rIns="91440" bIns="45720" numCol="1" anchor="t" anchorCtr="0" compatLnSpc="1"/>
          <a:lstStyle>
            <a:lvl1pPr marL="228600" indent="-22733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733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733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52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4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6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0045" marR="0" lvl="0" indent="-360045" algn="just" defTabSz="914400" rtl="0" eaLnBrk="0" fontAlgn="base" latinLnBrk="0" hangingPunct="0">
              <a:lnSpc>
                <a:spcPct val="90000"/>
              </a:lnSpc>
              <a:spcBef>
                <a:spcPts val="900"/>
              </a:spcBef>
              <a:spcAft>
                <a:spcPct val="0"/>
              </a:spcAft>
              <a:buClrTx/>
              <a:buSzTx/>
              <a:buFont typeface="Arial" panose="020B0604020202020204" pitchFamily="34" charset="0"/>
              <a:buNone/>
              <a:defRPr/>
            </a:pPr>
            <a:r>
              <a:rPr kumimoji="0" lang="en-US" altLang="zh-CN" sz="2800" b="1" i="0" u="none" strike="noStrike" kern="1200" cap="none" spc="0" normalizeH="0" baseline="0" noProof="0" dirty="0">
                <a:ln>
                  <a:noFill/>
                </a:ln>
                <a:solidFill>
                  <a:prstClr val="black"/>
                </a:solidFill>
                <a:effectLst/>
                <a:uLnTx/>
                <a:uFillTx/>
                <a:latin typeface="Calibri" panose="020F0502020204030204" charset="0"/>
                <a:ea typeface="等线" panose="02010600030101010101" pitchFamily="2" charset="-122"/>
                <a:cs typeface="Calibri" panose="020F0502020204030204" charset="0"/>
              </a:rPr>
              <a:t>	He, in turn, inspected me carefully, </a:t>
            </a:r>
            <a:r>
              <a:rPr kumimoji="0" lang="en-US" altLang="zh-CN" sz="2800" b="1" i="0" u="none" strike="noStrike" kern="1200" cap="none" spc="0" normalizeH="0" baseline="0" noProof="0" dirty="0">
                <a:ln>
                  <a:noFill/>
                </a:ln>
                <a:solidFill>
                  <a:schemeClr val="accent2"/>
                </a:solidFill>
                <a:effectLst/>
                <a:uLnTx/>
                <a:uFillTx/>
                <a:latin typeface="Calibri" panose="020F0502020204030204" charset="0"/>
                <a:ea typeface="等线" panose="02010600030101010101" pitchFamily="2" charset="-122"/>
                <a:cs typeface="Calibri" panose="020F0502020204030204" charset="0"/>
              </a:rPr>
              <a:t>as if to</a:t>
            </a:r>
            <a:r>
              <a:rPr kumimoji="0" lang="en-US" altLang="zh-CN" sz="2800" b="1" i="0" u="none" strike="noStrike" kern="1200" cap="none" spc="0" normalizeH="0" baseline="0" noProof="0" dirty="0">
                <a:ln>
                  <a:noFill/>
                </a:ln>
                <a:solidFill>
                  <a:prstClr val="black"/>
                </a:solidFill>
                <a:effectLst/>
                <a:uLnTx/>
                <a:uFillTx/>
                <a:latin typeface="Calibri" panose="020F0502020204030204" charset="0"/>
                <a:ea typeface="等线" panose="02010600030101010101" pitchFamily="2" charset="-122"/>
                <a:cs typeface="Calibri" panose="020F0502020204030204" charset="0"/>
              </a:rPr>
              <a:t> make sure I grasped the significance of his statement. </a:t>
            </a:r>
            <a:endParaRPr kumimoji="0" lang="en-US" altLang="zh-CN" sz="2800" b="1" i="0" u="none" strike="noStrike" kern="1200" cap="none" spc="0" normalizeH="0" baseline="0" noProof="0" dirty="0">
              <a:ln>
                <a:noFill/>
              </a:ln>
              <a:solidFill>
                <a:prstClr val="black"/>
              </a:solidFill>
              <a:effectLst/>
              <a:uLnTx/>
              <a:uFillTx/>
              <a:latin typeface="Calibri" panose="020F0502020204030204" charset="0"/>
              <a:ea typeface="等线" panose="02010600030101010101" pitchFamily="2" charset="-122"/>
              <a:cs typeface="Calibri" panose="020F0502020204030204" charset="0"/>
            </a:endParaRPr>
          </a:p>
          <a:p>
            <a:pPr marL="361315" indent="-360045" algn="just">
              <a:lnSpc>
                <a:spcPct val="100000"/>
              </a:lnSpc>
              <a:spcBef>
                <a:spcPts val="900"/>
              </a:spcBef>
              <a:buNone/>
            </a:pPr>
            <a:r>
              <a:rPr lang="en-US" altLang="zh-CN" dirty="0">
                <a:latin typeface="Arial" panose="020B0604020202020204" pitchFamily="34" charset="0"/>
                <a:ea typeface="华文楷体" panose="02010600040101010101" charset="-122"/>
                <a:cs typeface="Arial" panose="020B0604020202020204" pitchFamily="34" charset="0"/>
              </a:rPr>
              <a:t>1.</a:t>
            </a:r>
            <a:r>
              <a:rPr lang="zh-CN" altLang="en-US" dirty="0">
                <a:latin typeface="Arial" panose="020B0604020202020204" pitchFamily="34" charset="0"/>
                <a:ea typeface="华文楷体" panose="02010600040101010101" charset="-122"/>
                <a:cs typeface="Arial" panose="020B0604020202020204" pitchFamily="34" charset="0"/>
              </a:rPr>
              <a:t> 她清了清嗓子好像要讲话。</a:t>
            </a:r>
            <a:endParaRPr lang="zh-CN" altLang="en-US" dirty="0">
              <a:latin typeface="Arial" panose="020B0604020202020204" pitchFamily="34" charset="0"/>
              <a:ea typeface="华文楷体" panose="02010600040101010101" charset="-122"/>
              <a:cs typeface="Arial" panose="020B0604020202020204" pitchFamily="34" charset="0"/>
            </a:endParaRPr>
          </a:p>
          <a:p>
            <a:pPr marL="361315" indent="-360045" algn="just">
              <a:lnSpc>
                <a:spcPct val="100000"/>
              </a:lnSpc>
              <a:spcBef>
                <a:spcPts val="900"/>
              </a:spcBef>
              <a:buNone/>
            </a:pPr>
            <a:r>
              <a:rPr lang="en-US" altLang="zh-CN" dirty="0">
                <a:latin typeface="Arial" panose="020B0604020202020204" pitchFamily="34" charset="0"/>
                <a:ea typeface="华文楷体" panose="02010600040101010101" charset="-122"/>
                <a:cs typeface="Arial" panose="020B0604020202020204" pitchFamily="34" charset="0"/>
              </a:rPr>
              <a:t>She cleared her throat </a:t>
            </a:r>
            <a:r>
              <a:rPr lang="en-US" altLang="zh-CN" dirty="0">
                <a:solidFill>
                  <a:schemeClr val="accent2"/>
                </a:solidFill>
                <a:latin typeface="Arial" panose="020B0604020202020204" pitchFamily="34" charset="0"/>
                <a:ea typeface="华文楷体" panose="02010600040101010101" charset="-122"/>
                <a:cs typeface="Arial" panose="020B0604020202020204" pitchFamily="34" charset="0"/>
              </a:rPr>
              <a:t>as if to</a:t>
            </a:r>
            <a:r>
              <a:rPr lang="en-US" altLang="zh-CN" dirty="0">
                <a:latin typeface="Arial" panose="020B0604020202020204" pitchFamily="34" charset="0"/>
                <a:ea typeface="华文楷体" panose="02010600040101010101" charset="-122"/>
                <a:cs typeface="Arial" panose="020B0604020202020204" pitchFamily="34" charset="0"/>
              </a:rPr>
              <a:t> speak.</a:t>
            </a:r>
            <a:endParaRPr lang="en-US" altLang="zh-CN" dirty="0">
              <a:latin typeface="Arial" panose="020B0604020202020204" pitchFamily="34" charset="0"/>
              <a:ea typeface="华文楷体" panose="02010600040101010101" charset="-122"/>
              <a:cs typeface="Arial" panose="020B0604020202020204" pitchFamily="34" charset="0"/>
            </a:endParaRPr>
          </a:p>
          <a:p>
            <a:pPr marL="361315" indent="-360045" algn="just">
              <a:lnSpc>
                <a:spcPct val="100000"/>
              </a:lnSpc>
              <a:spcBef>
                <a:spcPts val="900"/>
              </a:spcBef>
              <a:buNone/>
            </a:pPr>
            <a:r>
              <a:rPr lang="en-US" altLang="zh-CN" dirty="0">
                <a:latin typeface="Arial" panose="020B0604020202020204" pitchFamily="34" charset="0"/>
                <a:ea typeface="华文楷体" panose="02010600040101010101" charset="-122"/>
                <a:cs typeface="Arial" panose="020B0604020202020204" pitchFamily="34" charset="0"/>
              </a:rPr>
              <a:t>2. </a:t>
            </a:r>
            <a:r>
              <a:rPr lang="zh-CN" altLang="en-US" dirty="0">
                <a:latin typeface="Arial" panose="020B0604020202020204" pitchFamily="34" charset="0"/>
                <a:ea typeface="华文楷体" panose="02010600040101010101" charset="-122"/>
                <a:cs typeface="Arial" panose="020B0604020202020204" pitchFamily="34" charset="0"/>
              </a:rPr>
              <a:t>他站起来好像要离开。</a:t>
            </a:r>
            <a:endParaRPr lang="en-US" altLang="zh-CN" dirty="0">
              <a:latin typeface="Arial" panose="020B0604020202020204" pitchFamily="34" charset="0"/>
              <a:ea typeface="华文楷体" panose="02010600040101010101" charset="-122"/>
              <a:cs typeface="Arial" panose="020B0604020202020204" pitchFamily="34" charset="0"/>
            </a:endParaRPr>
          </a:p>
          <a:p>
            <a:pPr marL="361315" indent="-360045" algn="just">
              <a:lnSpc>
                <a:spcPct val="100000"/>
              </a:lnSpc>
              <a:spcBef>
                <a:spcPts val="900"/>
              </a:spcBef>
              <a:buNone/>
            </a:pPr>
            <a:r>
              <a:rPr lang="en-US" altLang="zh-CN" dirty="0">
                <a:latin typeface="Arial" panose="020B0604020202020204" pitchFamily="34" charset="0"/>
                <a:ea typeface="华文楷体" panose="02010600040101010101" charset="-122"/>
                <a:cs typeface="Arial" panose="020B0604020202020204" pitchFamily="34" charset="0"/>
              </a:rPr>
              <a:t>He stood up </a:t>
            </a:r>
            <a:r>
              <a:rPr lang="en-US" altLang="zh-CN" dirty="0">
                <a:solidFill>
                  <a:schemeClr val="accent2"/>
                </a:solidFill>
                <a:latin typeface="Arial" panose="020B0604020202020204" pitchFamily="34" charset="0"/>
                <a:ea typeface="华文楷体" panose="02010600040101010101" charset="-122"/>
                <a:cs typeface="Arial" panose="020B0604020202020204" pitchFamily="34" charset="0"/>
              </a:rPr>
              <a:t>as if to</a:t>
            </a:r>
            <a:r>
              <a:rPr lang="en-US" altLang="zh-CN" dirty="0">
                <a:latin typeface="Arial" panose="020B0604020202020204" pitchFamily="34" charset="0"/>
                <a:ea typeface="华文楷体" panose="02010600040101010101" charset="-122"/>
                <a:cs typeface="Arial" panose="020B0604020202020204" pitchFamily="34" charset="0"/>
              </a:rPr>
              <a:t> leave.</a:t>
            </a:r>
            <a:endParaRPr lang="en-US" altLang="zh-CN" dirty="0">
              <a:latin typeface="Arial" panose="020B0604020202020204" pitchFamily="34" charset="0"/>
              <a:ea typeface="华文楷体" panose="02010600040101010101" charset="-122"/>
              <a:cs typeface="Arial" panose="020B0604020202020204" pitchFamily="34" charset="0"/>
            </a:endParaRPr>
          </a:p>
          <a:p>
            <a:pPr marL="361315" indent="-360045" algn="just">
              <a:lnSpc>
                <a:spcPct val="100000"/>
              </a:lnSpc>
              <a:spcBef>
                <a:spcPts val="900"/>
              </a:spcBef>
              <a:buNone/>
            </a:pPr>
            <a:r>
              <a:rPr lang="en-US" altLang="zh-CN" i="1" dirty="0">
                <a:latin typeface="Arial" panose="020B0604020202020204" pitchFamily="34" charset="0"/>
                <a:ea typeface="华文楷体" panose="02010600040101010101" charset="-122"/>
                <a:cs typeface="Arial" panose="020B0604020202020204" pitchFamily="34" charset="0"/>
              </a:rPr>
              <a:t>3. </a:t>
            </a:r>
            <a:r>
              <a:rPr lang="zh-CN" altLang="en-US" i="1" dirty="0">
                <a:latin typeface="Arial" panose="020B0604020202020204" pitchFamily="34" charset="0"/>
                <a:ea typeface="华文楷体" panose="02010600040101010101" charset="-122"/>
                <a:cs typeface="Arial" panose="020B0604020202020204" pitchFamily="34" charset="0"/>
              </a:rPr>
              <a:t>他感到自己彷佛要爆炸了。</a:t>
            </a:r>
            <a:endParaRPr lang="en-US" altLang="zh-CN" i="1" dirty="0">
              <a:latin typeface="Arial" panose="020B0604020202020204" pitchFamily="34" charset="0"/>
              <a:ea typeface="华文楷体" panose="02010600040101010101" charset="-122"/>
              <a:cs typeface="Arial" panose="020B0604020202020204" pitchFamily="34" charset="0"/>
            </a:endParaRPr>
          </a:p>
          <a:p>
            <a:pPr marL="361315" indent="-360045" algn="just">
              <a:lnSpc>
                <a:spcPct val="100000"/>
              </a:lnSpc>
              <a:spcBef>
                <a:spcPts val="900"/>
              </a:spcBef>
              <a:buNone/>
            </a:pPr>
            <a:r>
              <a:rPr lang="en-US" altLang="zh-CN" dirty="0">
                <a:latin typeface="Arial" panose="020B0604020202020204" pitchFamily="34" charset="0"/>
                <a:ea typeface="华文楷体" panose="02010600040101010101" charset="-122"/>
                <a:cs typeface="Arial" panose="020B0604020202020204" pitchFamily="34" charset="0"/>
              </a:rPr>
              <a:t>He felt as if he </a:t>
            </a:r>
            <a:r>
              <a:rPr lang="en-US" altLang="zh-CN" u="sng" dirty="0">
                <a:latin typeface="Arial" panose="020B0604020202020204" pitchFamily="34" charset="0"/>
                <a:ea typeface="华文楷体" panose="02010600040101010101" charset="-122"/>
                <a:cs typeface="Arial" panose="020B0604020202020204" pitchFamily="34" charset="0"/>
              </a:rPr>
              <a:t>were to</a:t>
            </a:r>
            <a:r>
              <a:rPr lang="en-US" altLang="zh-CN" dirty="0">
                <a:latin typeface="Arial" panose="020B0604020202020204" pitchFamily="34" charset="0"/>
                <a:ea typeface="华文楷体" panose="02010600040101010101" charset="-122"/>
                <a:cs typeface="Arial" panose="020B0604020202020204" pitchFamily="34" charset="0"/>
              </a:rPr>
              <a:t> burst./ ...he </a:t>
            </a:r>
            <a:r>
              <a:rPr lang="en-US" altLang="zh-CN" u="sng" dirty="0">
                <a:latin typeface="Arial" panose="020B0604020202020204" pitchFamily="34" charset="0"/>
                <a:ea typeface="华文楷体" panose="02010600040101010101" charset="-122"/>
                <a:cs typeface="Arial" panose="020B0604020202020204" pitchFamily="34" charset="0"/>
              </a:rPr>
              <a:t>would</a:t>
            </a:r>
            <a:r>
              <a:rPr lang="en-US" altLang="zh-CN" dirty="0">
                <a:latin typeface="Arial" panose="020B0604020202020204" pitchFamily="34" charset="0"/>
                <a:ea typeface="华文楷体" panose="02010600040101010101" charset="-122"/>
                <a:cs typeface="Arial" panose="020B0604020202020204" pitchFamily="34" charset="0"/>
              </a:rPr>
              <a:t> burst.</a:t>
            </a:r>
            <a:endParaRPr lang="en-US" altLang="zh-CN" dirty="0">
              <a:latin typeface="Arial" panose="020B0604020202020204" pitchFamily="34" charset="0"/>
              <a:ea typeface="华文楷体" panose="02010600040101010101" charset="-122"/>
              <a:cs typeface="Arial" panose="020B0604020202020204" pitchFamily="34" charset="0"/>
            </a:endParaRPr>
          </a:p>
          <a:p>
            <a:pPr marL="361315" indent="-360045" algn="just">
              <a:lnSpc>
                <a:spcPct val="100000"/>
              </a:lnSpc>
              <a:spcBef>
                <a:spcPts val="900"/>
              </a:spcBef>
              <a:buNone/>
            </a:pPr>
            <a:endParaRPr kumimoji="0" lang="en-US" altLang="zh-CN" sz="2800" b="0" i="0" u="none" strike="noStrike" kern="1200" cap="none" spc="0" normalizeH="0" baseline="0" noProof="0" dirty="0">
              <a:ln>
                <a:noFill/>
              </a:ln>
              <a:solidFill>
                <a:prstClr val="black"/>
              </a:solidFill>
              <a:effectLst/>
              <a:uLnTx/>
              <a:uFillTx/>
              <a:latin typeface="Arial" panose="020B0604020202020204" pitchFamily="34" charset="0"/>
              <a:ea typeface="华文楷体" panose="02010600040101010101" charset="-122"/>
              <a:cs typeface="Arial" panose="020B0604020202020204" pitchFamily="34" charset="0"/>
            </a:endParaRPr>
          </a:p>
        </p:txBody>
      </p:sp>
      <p:pic>
        <p:nvPicPr>
          <p:cNvPr id="8" name="图片 7">
            <a:hlinkClick r:id="rId2" action="ppaction://hlinksldjump"/>
          </p:cNvPr>
          <p:cNvPicPr>
            <a:picLocks noChangeAspect="1"/>
          </p:cNvPicPr>
          <p:nvPr/>
        </p:nvPicPr>
        <p:blipFill>
          <a:blip r:embed="rId4">
            <a:extLst>
              <a:ext uri="{28A0092B-C50C-407E-A947-70E740481C1C}">
                <a14:useLocalDpi xmlns:a14="http://schemas.microsoft.com/office/drawing/2010/main" val="0"/>
              </a:ext>
            </a:extLst>
          </a:blip>
          <a:srcRect t="18378" b="31548"/>
          <a:stretch>
            <a:fillRect/>
          </a:stretch>
        </p:blipFill>
        <p:spPr>
          <a:xfrm>
            <a:off x="10627995" y="143545"/>
            <a:ext cx="524510" cy="427355"/>
          </a:xfrm>
          <a:prstGeom prst="rect">
            <a:avLst/>
          </a:prstGeom>
        </p:spPr>
      </p:pic>
      <p:pic>
        <p:nvPicPr>
          <p:cNvPr id="10" name="图片 9"/>
          <p:cNvPicPr/>
          <p:nvPr/>
        </p:nvPicPr>
        <p:blipFill>
          <a:blip r:embed="rId5"/>
          <a:stretch>
            <a:fillRect/>
          </a:stretch>
        </p:blipFill>
        <p:spPr>
          <a:xfrm>
            <a:off x="8342630" y="1699260"/>
            <a:ext cx="3425190" cy="275463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6">
                                            <p:txEl>
                                              <p:pRg st="1" end="1"/>
                                            </p:txEl>
                                          </p:spTgt>
                                        </p:tgtEl>
                                        <p:attrNameLst>
                                          <p:attrName>style.visibility</p:attrName>
                                        </p:attrNameLst>
                                      </p:cBhvr>
                                      <p:to>
                                        <p:strVal val="visible"/>
                                      </p:to>
                                    </p:set>
                                    <p:animEffect transition="in" filter="dissolve">
                                      <p:cBhvr>
                                        <p:cTn id="7" dur="500"/>
                                        <p:tgtEl>
                                          <p:spTgt spid="4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6">
                                            <p:txEl>
                                              <p:pRg st="2" end="2"/>
                                            </p:txEl>
                                          </p:spTgt>
                                        </p:tgtEl>
                                        <p:attrNameLst>
                                          <p:attrName>style.visibility</p:attrName>
                                        </p:attrNameLst>
                                      </p:cBhvr>
                                      <p:to>
                                        <p:strVal val="visible"/>
                                      </p:to>
                                    </p:set>
                                    <p:animEffect transition="in" filter="dissolve">
                                      <p:cBhvr>
                                        <p:cTn id="12" dur="500"/>
                                        <p:tgtEl>
                                          <p:spTgt spid="4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6">
                                            <p:txEl>
                                              <p:pRg st="3" end="3"/>
                                            </p:txEl>
                                          </p:spTgt>
                                        </p:tgtEl>
                                        <p:attrNameLst>
                                          <p:attrName>style.visibility</p:attrName>
                                        </p:attrNameLst>
                                      </p:cBhvr>
                                      <p:to>
                                        <p:strVal val="visible"/>
                                      </p:to>
                                    </p:set>
                                    <p:animEffect transition="in" filter="dissolve">
                                      <p:cBhvr>
                                        <p:cTn id="17" dur="500"/>
                                        <p:tgtEl>
                                          <p:spTgt spid="46">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46">
                                            <p:txEl>
                                              <p:pRg st="4" end="4"/>
                                            </p:txEl>
                                          </p:spTgt>
                                        </p:tgtEl>
                                        <p:attrNameLst>
                                          <p:attrName>style.visibility</p:attrName>
                                        </p:attrNameLst>
                                      </p:cBhvr>
                                      <p:to>
                                        <p:strVal val="visible"/>
                                      </p:to>
                                    </p:set>
                                    <p:animEffect transition="in" filter="dissolve">
                                      <p:cBhvr>
                                        <p:cTn id="22" dur="500"/>
                                        <p:tgtEl>
                                          <p:spTgt spid="46">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46">
                                            <p:txEl>
                                              <p:pRg st="5" end="5"/>
                                            </p:txEl>
                                          </p:spTgt>
                                        </p:tgtEl>
                                        <p:attrNameLst>
                                          <p:attrName>style.visibility</p:attrName>
                                        </p:attrNameLst>
                                      </p:cBhvr>
                                      <p:to>
                                        <p:strVal val="visible"/>
                                      </p:to>
                                    </p:set>
                                    <p:animEffect transition="in" filter="dissolve">
                                      <p:cBhvr>
                                        <p:cTn id="27" dur="500"/>
                                        <p:tgtEl>
                                          <p:spTgt spid="46">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46">
                                            <p:txEl>
                                              <p:pRg st="6" end="6"/>
                                            </p:txEl>
                                          </p:spTgt>
                                        </p:tgtEl>
                                        <p:attrNameLst>
                                          <p:attrName>style.visibility</p:attrName>
                                        </p:attrNameLst>
                                      </p:cBhvr>
                                      <p:to>
                                        <p:strVal val="visible"/>
                                      </p:to>
                                    </p:set>
                                    <p:animEffect transition="in" filter="dissolve">
                                      <p:cBhvr>
                                        <p:cTn id="32" dur="500"/>
                                        <p:tgtEl>
                                          <p:spTgt spid="4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845820" y="822325"/>
            <a:ext cx="10465435" cy="4577080"/>
          </a:xfrm>
          <a:prstGeom prst="rect">
            <a:avLst/>
          </a:prstGeom>
          <a:noFill/>
        </p:spPr>
        <p:txBody>
          <a:bodyPr wrap="square" rtlCol="0" anchor="ctr" anchorCtr="0">
            <a:noAutofit/>
          </a:bodyPr>
          <a:p>
            <a:pPr lvl="0" algn="l">
              <a:lnSpc>
                <a:spcPct val="140000"/>
              </a:lnSpc>
              <a:buNone/>
            </a:pPr>
            <a:r>
              <a:rPr lang="en-US" altLang="zh-CN" sz="2600">
                <a:solidFill>
                  <a:srgbClr val="000000"/>
                </a:solidFill>
                <a:latin typeface="微软雅黑" panose="020B0503020204020204" charset="-122"/>
                <a:ea typeface="微软雅黑" panose="020B0503020204020204" charset="-122"/>
              </a:rPr>
              <a:t>Choose the best explanation of each underlined word or phrase.</a:t>
            </a:r>
            <a:endParaRPr lang="en-US" altLang="zh-CN" sz="2600">
              <a:solidFill>
                <a:srgbClr val="000000"/>
              </a:solidFill>
              <a:latin typeface="微软雅黑" panose="020B0503020204020204" charset="-122"/>
              <a:ea typeface="微软雅黑" panose="020B0503020204020204" charset="-122"/>
            </a:endParaRPr>
          </a:p>
          <a:p>
            <a:pPr lvl="0" algn="l">
              <a:lnSpc>
                <a:spcPct val="140000"/>
              </a:lnSpc>
              <a:buNone/>
            </a:pPr>
            <a:r>
              <a:rPr lang="en-US" altLang="zh-CN" sz="2600">
                <a:solidFill>
                  <a:srgbClr val="000000"/>
                </a:solidFill>
                <a:latin typeface="微软雅黑" panose="020B0503020204020204" charset="-122"/>
                <a:ea typeface="微软雅黑" panose="020B0503020204020204" charset="-122"/>
              </a:rPr>
              <a:t>1. A tall, slender </a:t>
            </a:r>
            <a:r>
              <a:rPr lang="en-US" altLang="zh-CN" sz="2600" u="sng">
                <a:solidFill>
                  <a:srgbClr val="000000"/>
                </a:solidFill>
                <a:latin typeface="微软雅黑" panose="020B0503020204020204" charset="-122"/>
                <a:ea typeface="微软雅黑" panose="020B0503020204020204" charset="-122"/>
              </a:rPr>
              <a:t>pinnacle</a:t>
            </a:r>
            <a:r>
              <a:rPr lang="en-US" altLang="zh-CN" sz="2600">
                <a:solidFill>
                  <a:srgbClr val="000000"/>
                </a:solidFill>
                <a:latin typeface="微软雅黑" panose="020B0503020204020204" charset="-122"/>
                <a:ea typeface="微软雅黑" panose="020B0503020204020204" charset="-122"/>
              </a:rPr>
              <a:t> of rock : </a:t>
            </a:r>
            <a:r>
              <a:rPr lang="en-US" altLang="zh-CN" sz="2600">
                <a:solidFill>
                  <a:srgbClr val="639EF4"/>
                </a:solidFill>
                <a:latin typeface="微软雅黑" panose="020B0503020204020204" charset="-122"/>
                <a:ea typeface="微软雅黑" panose="020B0503020204020204" charset="-122"/>
              </a:rPr>
              <a:t>[填空1]</a:t>
            </a:r>
            <a:r>
              <a:rPr lang="en-US" altLang="zh-CN" sz="2600">
                <a:solidFill>
                  <a:srgbClr val="000000"/>
                </a:solidFill>
                <a:latin typeface="微软雅黑" panose="020B0503020204020204" charset="-122"/>
                <a:ea typeface="微软雅黑" panose="020B0503020204020204" charset="-122"/>
              </a:rPr>
              <a:t> </a:t>
            </a:r>
            <a:endParaRPr lang="en-US" altLang="zh-CN" sz="2600">
              <a:solidFill>
                <a:srgbClr val="000000"/>
              </a:solidFill>
              <a:latin typeface="微软雅黑" panose="020B0503020204020204" charset="-122"/>
              <a:ea typeface="微软雅黑" panose="020B0503020204020204" charset="-122"/>
            </a:endParaRPr>
          </a:p>
          <a:p>
            <a:pPr lvl="0" algn="l">
              <a:lnSpc>
                <a:spcPct val="140000"/>
              </a:lnSpc>
              <a:buNone/>
            </a:pPr>
            <a:r>
              <a:rPr lang="en-US" altLang="zh-CN" sz="2600">
                <a:solidFill>
                  <a:srgbClr val="000000"/>
                </a:solidFill>
                <a:latin typeface="微软雅黑" panose="020B0503020204020204" charset="-122"/>
                <a:ea typeface="微软雅黑" panose="020B0503020204020204" charset="-122"/>
              </a:rPr>
              <a:t>A. a high pointed piece of rock  </a:t>
            </a:r>
            <a:endParaRPr lang="en-US" altLang="zh-CN" sz="2600">
              <a:solidFill>
                <a:srgbClr val="000000"/>
              </a:solidFill>
              <a:latin typeface="微软雅黑" panose="020B0503020204020204" charset="-122"/>
              <a:ea typeface="微软雅黑" panose="020B0503020204020204" charset="-122"/>
            </a:endParaRPr>
          </a:p>
          <a:p>
            <a:pPr lvl="0" algn="l">
              <a:lnSpc>
                <a:spcPct val="140000"/>
              </a:lnSpc>
              <a:buNone/>
            </a:pPr>
            <a:r>
              <a:rPr lang="en-US" altLang="zh-CN" sz="2600">
                <a:solidFill>
                  <a:srgbClr val="000000"/>
                </a:solidFill>
                <a:latin typeface="微软雅黑" panose="020B0503020204020204" charset="-122"/>
                <a:ea typeface="微软雅黑" panose="020B0503020204020204" charset="-122"/>
              </a:rPr>
              <a:t>B. the highest point of development</a:t>
            </a:r>
            <a:endParaRPr lang="en-US" altLang="zh-CN" sz="2600">
              <a:solidFill>
                <a:srgbClr val="000000"/>
              </a:solidFill>
              <a:latin typeface="微软雅黑" panose="020B0503020204020204" charset="-122"/>
              <a:ea typeface="微软雅黑" panose="020B0503020204020204" charset="-122"/>
            </a:endParaRPr>
          </a:p>
          <a:p>
            <a:pPr lvl="0" algn="l">
              <a:lnSpc>
                <a:spcPct val="140000"/>
              </a:lnSpc>
              <a:buNone/>
            </a:pPr>
            <a:r>
              <a:rPr lang="en-US" altLang="zh-CN" sz="2600">
                <a:solidFill>
                  <a:srgbClr val="000000"/>
                </a:solidFill>
                <a:latin typeface="微软雅黑" panose="020B0503020204020204" charset="-122"/>
                <a:ea typeface="微软雅黑" panose="020B0503020204020204" charset="-122"/>
              </a:rPr>
              <a:t>2. He </a:t>
            </a:r>
            <a:r>
              <a:rPr lang="en-US" altLang="zh-CN" sz="2600" u="sng">
                <a:solidFill>
                  <a:srgbClr val="000000"/>
                </a:solidFill>
                <a:latin typeface="微软雅黑" panose="020B0503020204020204" charset="-122"/>
                <a:ea typeface="微软雅黑" panose="020B0503020204020204" charset="-122"/>
              </a:rPr>
              <a:t>inspected</a:t>
            </a:r>
            <a:r>
              <a:rPr lang="en-US" altLang="zh-CN" sz="2600">
                <a:solidFill>
                  <a:srgbClr val="000000"/>
                </a:solidFill>
                <a:latin typeface="微软雅黑" panose="020B0503020204020204" charset="-122"/>
                <a:ea typeface="微软雅黑" panose="020B0503020204020204" charset="-122"/>
              </a:rPr>
              <a:t> me carefully:  </a:t>
            </a:r>
            <a:r>
              <a:rPr lang="en-US" altLang="zh-CN" sz="2600">
                <a:solidFill>
                  <a:srgbClr val="639EF4"/>
                </a:solidFill>
                <a:latin typeface="微软雅黑" panose="020B0503020204020204" charset="-122"/>
                <a:ea typeface="微软雅黑" panose="020B0503020204020204" charset="-122"/>
              </a:rPr>
              <a:t>[填空2]</a:t>
            </a:r>
            <a:r>
              <a:rPr lang="en-US" altLang="zh-CN" sz="2600">
                <a:solidFill>
                  <a:srgbClr val="000000"/>
                </a:solidFill>
                <a:latin typeface="微软雅黑" panose="020B0503020204020204" charset="-122"/>
                <a:ea typeface="微软雅黑" panose="020B0503020204020204" charset="-122"/>
              </a:rPr>
              <a:t> </a:t>
            </a:r>
            <a:endParaRPr lang="en-US" altLang="zh-CN" sz="2600">
              <a:solidFill>
                <a:srgbClr val="000000"/>
              </a:solidFill>
              <a:latin typeface="微软雅黑" panose="020B0503020204020204" charset="-122"/>
              <a:ea typeface="微软雅黑" panose="020B0503020204020204" charset="-122"/>
            </a:endParaRPr>
          </a:p>
          <a:p>
            <a:pPr lvl="0" algn="l">
              <a:lnSpc>
                <a:spcPct val="140000"/>
              </a:lnSpc>
              <a:buNone/>
            </a:pPr>
            <a:r>
              <a:rPr lang="en-US" altLang="zh-CN" sz="2600">
                <a:solidFill>
                  <a:srgbClr val="000000"/>
                </a:solidFill>
                <a:latin typeface="微软雅黑" panose="020B0503020204020204" charset="-122"/>
                <a:ea typeface="微软雅黑" panose="020B0503020204020204" charset="-122"/>
              </a:rPr>
              <a:t>A. suspected      B. looked closely at</a:t>
            </a:r>
            <a:endParaRPr lang="en-US" altLang="zh-CN" sz="2600">
              <a:solidFill>
                <a:srgbClr val="000000"/>
              </a:solidFill>
              <a:latin typeface="微软雅黑" panose="020B0503020204020204" charset="-122"/>
              <a:ea typeface="微软雅黑" panose="020B0503020204020204" charset="-122"/>
            </a:endParaRPr>
          </a:p>
          <a:p>
            <a:pPr lvl="0" algn="l">
              <a:lnSpc>
                <a:spcPct val="140000"/>
              </a:lnSpc>
              <a:buNone/>
            </a:pPr>
            <a:r>
              <a:rPr lang="en-US" altLang="zh-CN" sz="2600">
                <a:solidFill>
                  <a:srgbClr val="000000"/>
                </a:solidFill>
                <a:latin typeface="微软雅黑" panose="020B0503020204020204" charset="-122"/>
                <a:ea typeface="微软雅黑" panose="020B0503020204020204" charset="-122"/>
              </a:rPr>
              <a:t>3. ... called for some show of recognition </a:t>
            </a:r>
            <a:r>
              <a:rPr lang="en-US" altLang="zh-CN" sz="2600" u="sng">
                <a:solidFill>
                  <a:srgbClr val="000000"/>
                </a:solidFill>
                <a:latin typeface="微软雅黑" panose="020B0503020204020204" charset="-122"/>
                <a:ea typeface="微软雅黑" panose="020B0503020204020204" charset="-122"/>
              </a:rPr>
              <a:t>on my part</a:t>
            </a:r>
            <a:r>
              <a:rPr lang="en-US" altLang="zh-CN" sz="2600">
                <a:solidFill>
                  <a:srgbClr val="000000"/>
                </a:solidFill>
                <a:latin typeface="微软雅黑" panose="020B0503020204020204" charset="-122"/>
                <a:ea typeface="微软雅黑" panose="020B0503020204020204" charset="-122"/>
              </a:rPr>
              <a:t>:  </a:t>
            </a:r>
            <a:r>
              <a:rPr lang="en-US" altLang="zh-CN" sz="2600">
                <a:solidFill>
                  <a:srgbClr val="639EF4"/>
                </a:solidFill>
                <a:latin typeface="微软雅黑" panose="020B0503020204020204" charset="-122"/>
                <a:ea typeface="微软雅黑" panose="020B0503020204020204" charset="-122"/>
              </a:rPr>
              <a:t>[填空3]</a:t>
            </a:r>
            <a:r>
              <a:rPr lang="en-US" altLang="zh-CN" sz="2600">
                <a:solidFill>
                  <a:srgbClr val="000000"/>
                </a:solidFill>
                <a:latin typeface="微软雅黑" panose="020B0503020204020204" charset="-122"/>
                <a:ea typeface="微软雅黑" panose="020B0503020204020204" charset="-122"/>
              </a:rPr>
              <a:t> </a:t>
            </a:r>
            <a:endParaRPr lang="en-US" altLang="zh-CN" sz="2600">
              <a:solidFill>
                <a:srgbClr val="000000"/>
              </a:solidFill>
              <a:latin typeface="微软雅黑" panose="020B0503020204020204" charset="-122"/>
              <a:ea typeface="微软雅黑" panose="020B0503020204020204" charset="-122"/>
            </a:endParaRPr>
          </a:p>
          <a:p>
            <a:pPr lvl="0" algn="l">
              <a:lnSpc>
                <a:spcPct val="140000"/>
              </a:lnSpc>
              <a:buNone/>
            </a:pPr>
            <a:r>
              <a:rPr lang="en-US" altLang="zh-CN" sz="2600">
                <a:solidFill>
                  <a:srgbClr val="000000"/>
                </a:solidFill>
                <a:latin typeface="微软雅黑" panose="020B0503020204020204" charset="-122"/>
                <a:ea typeface="微软雅黑" panose="020B0503020204020204" charset="-122"/>
              </a:rPr>
              <a:t>A. about me      B. from me</a:t>
            </a:r>
            <a:endParaRPr lang="en-US" altLang="zh-CN" sz="2600">
              <a:solidFill>
                <a:srgbClr val="000000"/>
              </a:solidFill>
              <a:latin typeface="微软雅黑" panose="020B0503020204020204" charset="-122"/>
              <a:ea typeface="微软雅黑" panose="020B0503020204020204" charset="-122"/>
            </a:endParaRPr>
          </a:p>
        </p:txBody>
      </p:sp>
      <p:sp>
        <p:nvSpPr>
          <p:cNvPr id="4" name="圆角矩形 3"/>
          <p:cNvSpPr/>
          <p:nvPr>
            <p:custDataLst>
              <p:tags r:id="rId2"/>
            </p:custDataLst>
          </p:nvPr>
        </p:nvSpPr>
        <p:spPr>
          <a:xfrm>
            <a:off x="8915400" y="6214745"/>
            <a:ext cx="1543050" cy="411480"/>
          </a:xfrm>
          <a:prstGeom prst="roundRect">
            <a:avLst/>
          </a:prstGeom>
          <a:solidFill>
            <a:srgbClr val="808080"/>
          </a:solidFill>
          <a:ln w="381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p>
            <a:pPr algn="ctr"/>
            <a:r>
              <a:rPr lang="zh-CN" altLang="en-US" sz="1600">
                <a:solidFill>
                  <a:srgbClr val="FFFFFF"/>
                </a:solidFill>
                <a:latin typeface="微软雅黑" panose="020B0503020204020204" charset="-122"/>
                <a:ea typeface="微软雅黑" panose="020B0503020204020204" charset="-122"/>
              </a:rPr>
              <a:t>作答</a:t>
            </a:r>
            <a:endParaRPr lang="zh-CN" altLang="en-US" sz="1600">
              <a:solidFill>
                <a:srgbClr val="FFFFFF"/>
              </a:solidFill>
              <a:latin typeface="微软雅黑" panose="020B0503020204020204" charset="-122"/>
              <a:ea typeface="微软雅黑" panose="020B0503020204020204" charset="-122"/>
            </a:endParaRPr>
          </a:p>
        </p:txBody>
      </p:sp>
      <p:pic>
        <p:nvPicPr>
          <p:cNvPr id="11" name="图片 10"/>
          <p:cNvPicPr/>
          <p:nvPr/>
        </p:nvPicPr>
        <p:blipFill>
          <a:blip r:embed="rId3"/>
          <a:srcRect l="24745" t="13619" r="25292" b="26816"/>
          <a:stretch>
            <a:fillRect/>
          </a:stretch>
        </p:blipFill>
        <p:spPr>
          <a:xfrm>
            <a:off x="9758045" y="2262505"/>
            <a:ext cx="1739900" cy="1166495"/>
          </a:xfrm>
          <a:prstGeom prst="rect">
            <a:avLst/>
          </a:prstGeom>
        </p:spPr>
      </p:pic>
      <p:grpSp>
        <p:nvGrpSpPr>
          <p:cNvPr id="9" name="组合 8"/>
          <p:cNvGrpSpPr/>
          <p:nvPr>
            <p:custDataLst>
              <p:tags r:id="rId4"/>
            </p:custDataLst>
          </p:nvPr>
        </p:nvGrpSpPr>
        <p:grpSpPr>
          <a:xfrm>
            <a:off x="0" y="0"/>
            <a:ext cx="12192000" cy="635000"/>
            <a:chOff x="0" y="0"/>
            <a:chExt cx="19200" cy="1000"/>
          </a:xfrm>
        </p:grpSpPr>
        <p:sp>
          <p:nvSpPr>
            <p:cNvPr id="5" name="TitleBackground"/>
            <p:cNvSpPr/>
            <p:nvPr>
              <p:custDataLst>
                <p:tags r:id="rId5"/>
              </p:custDataLst>
            </p:nvPr>
          </p:nvSpPr>
          <p:spPr>
            <a:xfrm>
              <a:off x="0" y="0"/>
              <a:ext cx="19200"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ColorBlock"/>
            <p:cNvSpPr/>
            <p:nvPr>
              <p:custDataLst>
                <p:tags r:id="rId6"/>
              </p:custDataLst>
            </p:nvPr>
          </p:nvSpPr>
          <p:spPr>
            <a:xfrm>
              <a:off x="0" y="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TypeText"/>
            <p:cNvSpPr txBox="1"/>
            <p:nvPr>
              <p:custDataLst>
                <p:tags r:id="rId7"/>
              </p:custDataLst>
            </p:nvPr>
          </p:nvSpPr>
          <p:spPr>
            <a:xfrm>
              <a:off x="400" y="0"/>
              <a:ext cx="3000" cy="1000"/>
            </a:xfrm>
            <a:prstGeom prst="rect">
              <a:avLst/>
            </a:prstGeom>
            <a:noFill/>
          </p:spPr>
          <p:txBody>
            <a:bodyPr wrap="non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填空题</a:t>
              </a:r>
              <a:endParaRPr lang="zh-CN" altLang="en-US" sz="2600">
                <a:solidFill>
                  <a:srgbClr val="000000"/>
                </a:solidFill>
                <a:latin typeface="微软雅黑" panose="020B0503020204020204" charset="-122"/>
                <a:ea typeface="微软雅黑" panose="020B0503020204020204" charset="-122"/>
              </a:endParaRPr>
            </a:p>
          </p:txBody>
        </p:sp>
        <p:sp>
          <p:nvSpPr>
            <p:cNvPr id="8" name="TipText"/>
            <p:cNvSpPr txBox="1"/>
            <p:nvPr>
              <p:custDataLst>
                <p:tags r:id="rId8"/>
              </p:custDataLst>
            </p:nvPr>
          </p:nvSpPr>
          <p:spPr>
            <a:xfrm>
              <a:off x="2248" y="172"/>
              <a:ext cx="3600" cy="800"/>
            </a:xfrm>
            <a:prstGeom prst="rect">
              <a:avLst/>
            </a:prstGeom>
            <a:noFill/>
          </p:spPr>
          <p:txBody>
            <a:bodyPr wrap="none" rtlCol="0" anchor="ctr" anchorCtr="0">
              <a:noAutofit/>
            </a:bodyPr>
            <a:p>
              <a:pPr lvl="0" algn="l">
                <a:buNone/>
              </a:pPr>
              <a:r>
                <a:rPr lang="en-US" altLang="en-US" sz="2000">
                  <a:solidFill>
                    <a:srgbClr val="808080"/>
                  </a:solidFill>
                  <a:latin typeface="微软雅黑" panose="020B0503020204020204" charset="-122"/>
                  <a:ea typeface="微软雅黑" panose="020B0503020204020204" charset="-122"/>
                  <a:cs typeface="微软雅黑" panose="020B0503020204020204" charset="-122"/>
                </a:rPr>
                <a:t>20</a:t>
              </a:r>
              <a:r>
                <a:rPr lang="zh-CN" altLang="en-US" sz="2000">
                  <a:solidFill>
                    <a:srgbClr val="808080"/>
                  </a:solidFill>
                  <a:latin typeface="微软雅黑" panose="020B0503020204020204" charset="-122"/>
                  <a:ea typeface="微软雅黑" panose="020B0503020204020204" charset="-122"/>
                  <a:cs typeface="微软雅黑" panose="020B0503020204020204" charset="-122"/>
                </a:rPr>
                <a:t>分</a:t>
              </a:r>
              <a:endParaRPr lang="zh-CN" altLang="en-US" sz="2000">
                <a:solidFill>
                  <a:srgbClr val="808080"/>
                </a:solidFill>
                <a:latin typeface="微软雅黑" panose="020B0503020204020204" charset="-122"/>
                <a:ea typeface="微软雅黑" panose="020B0503020204020204" charset="-122"/>
                <a:cs typeface="微软雅黑" panose="020B0503020204020204" charset="-122"/>
              </a:endParaRPr>
            </a:p>
          </p:txBody>
        </p:sp>
      </p:grpSp>
      <p:pic>
        <p:nvPicPr>
          <p:cNvPr id="2" name="图片 1" descr="tmpF7DA"/>
          <p:cNvPicPr>
            <a:picLocks noChangeAspect="1"/>
          </p:cNvPicPr>
          <p:nvPr>
            <p:custDataLst>
              <p:tags r:id="rId9"/>
            </p:custDataLst>
          </p:nvPr>
        </p:nvPicPr>
        <p:blipFill>
          <a:blip r:embed="rId10"/>
          <a:stretch>
            <a:fillRect/>
          </a:stretch>
        </p:blipFill>
        <p:spPr>
          <a:xfrm>
            <a:off x="10642600" y="63500"/>
            <a:ext cx="1422400" cy="508000"/>
          </a:xfrm>
          <a:prstGeom prst="rect">
            <a:avLst/>
          </a:prstGeom>
        </p:spPr>
      </p:pic>
    </p:spTree>
    <p:custDataLst>
      <p:tags r:id="rId1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1"/>
        </a:blipFill>
        <a:effectLst/>
      </p:bgPr>
    </p:bg>
    <p:spTree>
      <p:nvGrpSpPr>
        <p:cNvPr id="1" name=""/>
        <p:cNvGrpSpPr/>
        <p:nvPr/>
      </p:nvGrpSpPr>
      <p:grpSpPr>
        <a:xfrm>
          <a:off x="0" y="0"/>
          <a:ext cx="0" cy="0"/>
          <a:chOff x="0" y="0"/>
          <a:chExt cx="0" cy="0"/>
        </a:xfrm>
      </p:grpSpPr>
      <p:sp>
        <p:nvSpPr>
          <p:cNvPr id="4100" name="文本框 4"/>
          <p:cNvSpPr txBox="1">
            <a:spLocks noChangeArrowheads="1"/>
          </p:cNvSpPr>
          <p:nvPr/>
        </p:nvSpPr>
        <p:spPr bwMode="auto">
          <a:xfrm>
            <a:off x="184150" y="160655"/>
            <a:ext cx="4390390" cy="460375"/>
          </a:xfrm>
          <a:prstGeom prst="rect">
            <a:avLst/>
          </a:prstGeom>
          <a:noFill/>
          <a:ln w="9525">
            <a:noFill/>
            <a:miter lim="800000"/>
          </a:ln>
          <a:effectLst>
            <a:outerShdw blurRad="50800" dist="38100" dir="5400000" algn="t" rotWithShape="0">
              <a:prstClr val="black">
                <a:alpha val="40000"/>
              </a:prstClr>
            </a:outerShdw>
          </a:effec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rPr>
              <a:t>Text Analysis</a:t>
            </a:r>
            <a:endPar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endParaRPr>
          </a:p>
        </p:txBody>
      </p:sp>
      <p:pic>
        <p:nvPicPr>
          <p:cNvPr id="44" name="图片 43">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l="10347" t="37811" r="43034" b="24326"/>
          <a:stretch>
            <a:fillRect/>
          </a:stretch>
        </p:blipFill>
        <p:spPr>
          <a:xfrm>
            <a:off x="11264265" y="174625"/>
            <a:ext cx="503555" cy="454660"/>
          </a:xfrm>
          <a:prstGeom prst="rect">
            <a:avLst/>
          </a:prstGeom>
        </p:spPr>
      </p:pic>
      <p:sp>
        <p:nvSpPr>
          <p:cNvPr id="46" name="内容占位符 2"/>
          <p:cNvSpPr>
            <a:spLocks noGrp="1"/>
          </p:cNvSpPr>
          <p:nvPr/>
        </p:nvSpPr>
        <p:spPr>
          <a:xfrm>
            <a:off x="779780" y="975360"/>
            <a:ext cx="10633075" cy="5208905"/>
          </a:xfrm>
          <a:prstGeom prst="rect">
            <a:avLst/>
          </a:prstGeom>
          <a:noFill/>
          <a:ln w="9525">
            <a:noFill/>
            <a:miter lim="800000"/>
          </a:ln>
        </p:spPr>
        <p:txBody>
          <a:bodyPr vert="horz" wrap="square" lIns="91440" tIns="45720" rIns="91440" bIns="45720" numCol="1" anchor="t" anchorCtr="0" compatLnSpc="1"/>
          <a:lstStyle>
            <a:lvl1pPr marL="228600" indent="-22733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733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733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52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4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6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0045" indent="-360045" algn="just">
              <a:lnSpc>
                <a:spcPct val="100000"/>
              </a:lnSpc>
              <a:spcBef>
                <a:spcPts val="200"/>
              </a:spcBef>
              <a:buNone/>
            </a:pPr>
            <a:r>
              <a:rPr lang="en-US" altLang="zh-CN" b="1" dirty="0">
                <a:latin typeface="Calibri" panose="020F0502020204030204" charset="0"/>
                <a:cs typeface="Calibri" panose="020F0502020204030204" charset="0"/>
              </a:rPr>
              <a:t>	</a:t>
            </a:r>
            <a:r>
              <a:rPr lang="en-US" altLang="zh-CN" b="1" kern="0" spc="-180" dirty="0">
                <a:latin typeface="Calibri" panose="020F0502020204030204" charset="0"/>
                <a:cs typeface="Calibri" panose="020F0502020204030204" charset="0"/>
              </a:rPr>
              <a:t>... give me extra bananas to take along </a:t>
            </a:r>
            <a:r>
              <a:rPr lang="en-US" altLang="zh-CN" b="1" kern="0" spc="-180" dirty="0">
                <a:solidFill>
                  <a:srgbClr val="FF0000"/>
                </a:solidFill>
                <a:latin typeface="Calibri" panose="020F0502020204030204" charset="0"/>
                <a:cs typeface="Calibri" panose="020F0502020204030204" charset="0"/>
              </a:rPr>
              <a:t>in case</a:t>
            </a:r>
            <a:r>
              <a:rPr lang="en-US" altLang="zh-CN" b="1" kern="0" spc="-180" dirty="0">
                <a:latin typeface="Calibri" panose="020F0502020204030204" charset="0"/>
                <a:cs typeface="Calibri" panose="020F0502020204030204" charset="0"/>
              </a:rPr>
              <a:t> my radiator should give me </a:t>
            </a:r>
            <a:r>
              <a:rPr lang="en-US" altLang="zh-CN" b="1" spc="-180" dirty="0">
                <a:latin typeface="Calibri" panose="020F0502020204030204" charset="0"/>
                <a:cs typeface="Calibri" panose="020F0502020204030204" charset="0"/>
              </a:rPr>
              <a:t>trouble again. </a:t>
            </a:r>
            <a:endParaRPr lang="en-US" altLang="zh-CN" b="1" spc="-180" dirty="0">
              <a:latin typeface="Calibri" panose="020F0502020204030204" charset="0"/>
              <a:cs typeface="Calibri" panose="020F0502020204030204" charset="0"/>
            </a:endParaRPr>
          </a:p>
          <a:p>
            <a:pPr marL="360045" indent="-360045" algn="just">
              <a:lnSpc>
                <a:spcPct val="100000"/>
              </a:lnSpc>
              <a:spcBef>
                <a:spcPts val="200"/>
              </a:spcBef>
              <a:buNone/>
            </a:pPr>
            <a:r>
              <a:rPr lang="en-US" altLang="zh-CN" spc="-20" dirty="0">
                <a:latin typeface="Calibri" panose="020F0502020204030204" charset="0"/>
                <a:cs typeface="Calibri" panose="020F0502020204030204" charset="0"/>
                <a:sym typeface="+mn-ea"/>
              </a:rPr>
              <a:t>Note: “In case”(</a:t>
            </a:r>
            <a:r>
              <a:rPr lang="en-US" altLang="zh-CN" spc="-20" dirty="0">
                <a:latin typeface="华文楷体" panose="02010600040101010101" charset="-122"/>
                <a:ea typeface="华文楷体" panose="02010600040101010101" charset="-122"/>
                <a:cs typeface="Calibri" panose="020F0502020204030204" charset="0"/>
                <a:sym typeface="+mn-ea"/>
              </a:rPr>
              <a:t>以防；以防万一)</a:t>
            </a:r>
            <a:r>
              <a:rPr lang="en-US" altLang="zh-CN" spc="-20" dirty="0">
                <a:latin typeface="Calibri" panose="020F0502020204030204" charset="0"/>
                <a:cs typeface="Calibri" panose="020F0502020204030204" charset="0"/>
                <a:sym typeface="+mn-ea"/>
              </a:rPr>
              <a:t> is followed by the simple present, simple past tenses, or “should”.</a:t>
            </a:r>
            <a:endParaRPr lang="en-US" altLang="zh-CN" spc="-20" dirty="0">
              <a:latin typeface="Calibri" panose="020F0502020204030204" charset="0"/>
              <a:cs typeface="Calibri" panose="020F0502020204030204" charset="0"/>
            </a:endParaRPr>
          </a:p>
          <a:p>
            <a:pPr marL="360045" indent="-360045" algn="just">
              <a:lnSpc>
                <a:spcPct val="100000"/>
              </a:lnSpc>
              <a:spcBef>
                <a:spcPts val="200"/>
              </a:spcBef>
              <a:buFont typeface="Wingdings" panose="05000000000000000000" pitchFamily="2" charset="2"/>
              <a:buChar char="Ø"/>
            </a:pPr>
            <a:r>
              <a:rPr lang="en-US" altLang="zh-CN" b="1" dirty="0">
                <a:latin typeface="Calibri" panose="020F0502020204030204" charset="0"/>
                <a:cs typeface="Calibri" panose="020F0502020204030204" charset="0"/>
                <a:sym typeface="+mn-ea"/>
              </a:rPr>
              <a:t>should:</a:t>
            </a:r>
            <a:r>
              <a:rPr lang="en-US" altLang="zh-CN" dirty="0">
                <a:latin typeface="Calibri" panose="020F0502020204030204" charset="0"/>
                <a:cs typeface="Calibri" panose="020F0502020204030204" charset="0"/>
                <a:sym typeface="+mn-ea"/>
              </a:rPr>
              <a:t> used to say that you believe </a:t>
            </a:r>
            <a:r>
              <a:rPr lang="en-US" altLang="zh-CN" dirty="0" err="1">
                <a:latin typeface="Calibri" panose="020F0502020204030204" charset="0"/>
                <a:cs typeface="Calibri" panose="020F0502020204030204" charset="0"/>
                <a:sym typeface="+mn-ea"/>
              </a:rPr>
              <a:t>sth</a:t>
            </a:r>
            <a:r>
              <a:rPr lang="en-US" altLang="zh-CN" dirty="0">
                <a:latin typeface="Calibri" panose="020F0502020204030204" charset="0"/>
                <a:cs typeface="Calibri" panose="020F0502020204030204" charset="0"/>
                <a:sym typeface="+mn-ea"/>
              </a:rPr>
              <a:t>. is likely to happen in the future</a:t>
            </a:r>
            <a:endParaRPr lang="en-US" altLang="zh-CN" i="1" dirty="0">
              <a:latin typeface="Calibri" panose="020F0502020204030204" charset="0"/>
              <a:cs typeface="Calibri" panose="020F0502020204030204" charset="0"/>
            </a:endParaRPr>
          </a:p>
          <a:p>
            <a:pPr marL="360045" indent="-360045" algn="just">
              <a:lnSpc>
                <a:spcPct val="100000"/>
              </a:lnSpc>
              <a:spcBef>
                <a:spcPts val="200"/>
              </a:spcBef>
              <a:buNone/>
            </a:pPr>
            <a:r>
              <a:rPr lang="en-US" altLang="zh-CN" dirty="0">
                <a:latin typeface="Calibri" panose="020F0502020204030204" charset="0"/>
                <a:cs typeface="Calibri" panose="020F0502020204030204" charset="0"/>
              </a:rPr>
              <a:t>1.</a:t>
            </a:r>
            <a:r>
              <a:rPr lang="zh-CN" altLang="en-US" dirty="0">
                <a:latin typeface="Calibri" panose="020F0502020204030204" charset="0"/>
                <a:cs typeface="Calibri" panose="020F0502020204030204" charset="0"/>
              </a:rPr>
              <a:t> </a:t>
            </a:r>
            <a:r>
              <a:rPr lang="zh-CN" altLang="en-US" dirty="0">
                <a:latin typeface="华文楷体" panose="02010600040101010101" charset="-122"/>
                <a:ea typeface="华文楷体" panose="02010600040101010101" charset="-122"/>
                <a:cs typeface="Calibri" panose="020F0502020204030204" charset="0"/>
              </a:rPr>
              <a:t>带上雨衣，以防下雨。</a:t>
            </a:r>
            <a:endParaRPr lang="zh-CN" altLang="en-US" dirty="0">
              <a:latin typeface="Calibri" panose="020F0502020204030204" charset="0"/>
              <a:cs typeface="Calibri" panose="020F0502020204030204" charset="0"/>
            </a:endParaRPr>
          </a:p>
          <a:p>
            <a:pPr marL="360045" indent="-360045" algn="just">
              <a:lnSpc>
                <a:spcPct val="100000"/>
              </a:lnSpc>
              <a:spcBef>
                <a:spcPts val="200"/>
              </a:spcBef>
              <a:buNone/>
            </a:pPr>
            <a:r>
              <a:rPr lang="en-US" altLang="zh-CN" dirty="0">
                <a:latin typeface="Calibri" panose="020F0502020204030204" charset="0"/>
                <a:cs typeface="Calibri" panose="020F0502020204030204" charset="0"/>
              </a:rPr>
              <a:t>Take a raincoat in case it rains.</a:t>
            </a:r>
            <a:endParaRPr lang="en-US" altLang="zh-CN" dirty="0">
              <a:latin typeface="Calibri" panose="020F0502020204030204" charset="0"/>
              <a:cs typeface="Calibri" panose="020F0502020204030204" charset="0"/>
            </a:endParaRPr>
          </a:p>
          <a:p>
            <a:pPr marL="360045" indent="-360045" algn="just">
              <a:lnSpc>
                <a:spcPct val="100000"/>
              </a:lnSpc>
              <a:spcBef>
                <a:spcPts val="200"/>
              </a:spcBef>
              <a:buNone/>
            </a:pPr>
            <a:r>
              <a:rPr lang="en-US" altLang="zh-CN" dirty="0">
                <a:latin typeface="Calibri" panose="020F0502020204030204" charset="0"/>
                <a:cs typeface="Calibri" panose="020F0502020204030204" charset="0"/>
              </a:rPr>
              <a:t>2.</a:t>
            </a:r>
            <a:r>
              <a:rPr lang="zh-CN" altLang="en-US" dirty="0">
                <a:latin typeface="Calibri" panose="020F0502020204030204" charset="0"/>
                <a:cs typeface="Calibri" panose="020F0502020204030204" charset="0"/>
              </a:rPr>
              <a:t> </a:t>
            </a:r>
            <a:r>
              <a:rPr lang="zh-CN" altLang="en-US" dirty="0">
                <a:latin typeface="华文楷体" panose="02010600040101010101" charset="-122"/>
                <a:ea typeface="华文楷体" panose="02010600040101010101" charset="-122"/>
                <a:cs typeface="Calibri" panose="020F0502020204030204" charset="0"/>
              </a:rPr>
              <a:t>他们决定搜查一下汽车，以防里面有炸弹。</a:t>
            </a:r>
            <a:endParaRPr lang="zh-CN" altLang="en-US" dirty="0">
              <a:latin typeface="华文楷体" panose="02010600040101010101" charset="-122"/>
              <a:ea typeface="华文楷体" panose="02010600040101010101" charset="-122"/>
              <a:cs typeface="Calibri" panose="020F0502020204030204" charset="0"/>
            </a:endParaRPr>
          </a:p>
          <a:p>
            <a:pPr marL="360045" indent="-360045" algn="just">
              <a:lnSpc>
                <a:spcPct val="100000"/>
              </a:lnSpc>
              <a:spcBef>
                <a:spcPts val="200"/>
              </a:spcBef>
              <a:buNone/>
            </a:pPr>
            <a:r>
              <a:rPr lang="en-US" altLang="zh-CN" dirty="0">
                <a:latin typeface="Calibri" panose="020F0502020204030204" charset="0"/>
                <a:cs typeface="Calibri" panose="020F0502020204030204" charset="0"/>
              </a:rPr>
              <a:t>They decided to search the car in case there should be a bomb.</a:t>
            </a:r>
            <a:endParaRPr lang="en-US" altLang="zh-CN" dirty="0">
              <a:latin typeface="Calibri" panose="020F0502020204030204" charset="0"/>
              <a:cs typeface="Calibri" panose="020F0502020204030204" charset="0"/>
            </a:endParaRPr>
          </a:p>
          <a:p>
            <a:pPr marL="360045" indent="-360045" algn="just">
              <a:lnSpc>
                <a:spcPct val="100000"/>
              </a:lnSpc>
              <a:spcBef>
                <a:spcPts val="200"/>
              </a:spcBef>
              <a:buNone/>
            </a:pPr>
            <a:r>
              <a:rPr lang="en-US" altLang="zh-CN" dirty="0">
                <a:solidFill>
                  <a:schemeClr val="accent1"/>
                </a:solidFill>
                <a:latin typeface="Calibri" panose="020F0502020204030204" charset="0"/>
                <a:cs typeface="Calibri" panose="020F0502020204030204" charset="0"/>
              </a:rPr>
              <a:t>[comparison]</a:t>
            </a:r>
            <a:r>
              <a:rPr lang="en-US" altLang="zh-CN" dirty="0">
                <a:latin typeface="Calibri" panose="020F0502020204030204" charset="0"/>
                <a:cs typeface="Calibri" panose="020F0502020204030204" charset="0"/>
              </a:rPr>
              <a:t> </a:t>
            </a:r>
            <a:r>
              <a:rPr lang="en-US" altLang="zh-CN" dirty="0">
                <a:latin typeface="Calibri" panose="020F0502020204030204" charset="0"/>
                <a:cs typeface="Calibri" panose="020F0502020204030204" charset="0"/>
                <a:sym typeface="+mn-ea"/>
              </a:rPr>
              <a:t>Take a raincoat </a:t>
            </a:r>
            <a:r>
              <a:rPr lang="en-US" altLang="zh-CN" dirty="0">
                <a:solidFill>
                  <a:srgbClr val="FF0000"/>
                </a:solidFill>
                <a:latin typeface="Calibri" panose="020F0502020204030204" charset="0"/>
                <a:cs typeface="Calibri" panose="020F0502020204030204" charset="0"/>
                <a:sym typeface="+mn-ea"/>
              </a:rPr>
              <a:t>lest</a:t>
            </a:r>
            <a:r>
              <a:rPr lang="en-US" altLang="zh-CN" dirty="0">
                <a:latin typeface="Calibri" panose="020F0502020204030204" charset="0"/>
                <a:cs typeface="Calibri" panose="020F0502020204030204" charset="0"/>
                <a:sym typeface="+mn-ea"/>
              </a:rPr>
              <a:t> it </a:t>
            </a:r>
            <a:r>
              <a:rPr lang="en-US" altLang="zh-CN" u="sng" dirty="0">
                <a:latin typeface="Calibri" panose="020F0502020204030204" charset="0"/>
                <a:cs typeface="Calibri" panose="020F0502020204030204" charset="0"/>
                <a:sym typeface="+mn-ea"/>
              </a:rPr>
              <a:t>should</a:t>
            </a:r>
            <a:r>
              <a:rPr lang="en-US" altLang="zh-CN" dirty="0">
                <a:latin typeface="Calibri" panose="020F0502020204030204" charset="0"/>
                <a:cs typeface="Calibri" panose="020F0502020204030204" charset="0"/>
                <a:sym typeface="+mn-ea"/>
              </a:rPr>
              <a:t> rain.</a:t>
            </a:r>
            <a:endParaRPr lang="en-US" altLang="zh-CN" dirty="0"/>
          </a:p>
          <a:p>
            <a:pPr marL="1270" marR="0" lvl="0" indent="0" algn="just" defTabSz="914400" rtl="0" eaLnBrk="1" fontAlgn="base" latinLnBrk="0" hangingPunct="1">
              <a:spcBef>
                <a:spcPts val="200"/>
              </a:spcBef>
              <a:spcAft>
                <a:spcPct val="0"/>
              </a:spcAft>
              <a:buClrTx/>
              <a:buSzTx/>
              <a:buNone/>
              <a:defRPr/>
            </a:pPr>
            <a:endParaRPr kumimoji="0" lang="en-US" altLang="zh-CN" sz="2800" b="0" i="0" u="none" strike="noStrike" kern="1200" cap="none" spc="0" normalizeH="0" baseline="0" noProof="0" dirty="0">
              <a:ln>
                <a:noFill/>
              </a:ln>
              <a:solidFill>
                <a:prstClr val="black"/>
              </a:solidFill>
              <a:effectLst/>
              <a:uLnTx/>
              <a:uFillTx/>
              <a:latin typeface="Calibri" panose="020F0502020204030204" charset="0"/>
              <a:ea typeface="宋体" panose="02010600030101010101" pitchFamily="2" charset="-122"/>
              <a:cs typeface="Calibri" panose="020F05020202040302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6">
                                            <p:txEl>
                                              <p:pRg st="1" end="1"/>
                                            </p:txEl>
                                          </p:spTgt>
                                        </p:tgtEl>
                                        <p:attrNameLst>
                                          <p:attrName>style.visibility</p:attrName>
                                        </p:attrNameLst>
                                      </p:cBhvr>
                                      <p:to>
                                        <p:strVal val="visible"/>
                                      </p:to>
                                    </p:set>
                                    <p:animEffect transition="in" filter="dissolve">
                                      <p:cBhvr>
                                        <p:cTn id="7" dur="500"/>
                                        <p:tgtEl>
                                          <p:spTgt spid="4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6">
                                            <p:txEl>
                                              <p:pRg st="2" end="2"/>
                                            </p:txEl>
                                          </p:spTgt>
                                        </p:tgtEl>
                                        <p:attrNameLst>
                                          <p:attrName>style.visibility</p:attrName>
                                        </p:attrNameLst>
                                      </p:cBhvr>
                                      <p:to>
                                        <p:strVal val="visible"/>
                                      </p:to>
                                    </p:set>
                                    <p:animEffect transition="in" filter="dissolve">
                                      <p:cBhvr>
                                        <p:cTn id="12" dur="500"/>
                                        <p:tgtEl>
                                          <p:spTgt spid="4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6">
                                            <p:txEl>
                                              <p:pRg st="3" end="3"/>
                                            </p:txEl>
                                          </p:spTgt>
                                        </p:tgtEl>
                                        <p:attrNameLst>
                                          <p:attrName>style.visibility</p:attrName>
                                        </p:attrNameLst>
                                      </p:cBhvr>
                                      <p:to>
                                        <p:strVal val="visible"/>
                                      </p:to>
                                    </p:set>
                                    <p:animEffect transition="in" filter="dissolve">
                                      <p:cBhvr>
                                        <p:cTn id="17" dur="500"/>
                                        <p:tgtEl>
                                          <p:spTgt spid="46">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46">
                                            <p:txEl>
                                              <p:pRg st="4" end="4"/>
                                            </p:txEl>
                                          </p:spTgt>
                                        </p:tgtEl>
                                        <p:attrNameLst>
                                          <p:attrName>style.visibility</p:attrName>
                                        </p:attrNameLst>
                                      </p:cBhvr>
                                      <p:to>
                                        <p:strVal val="visible"/>
                                      </p:to>
                                    </p:set>
                                    <p:animEffect transition="in" filter="dissolve">
                                      <p:cBhvr>
                                        <p:cTn id="22" dur="500"/>
                                        <p:tgtEl>
                                          <p:spTgt spid="46">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46">
                                            <p:txEl>
                                              <p:pRg st="5" end="5"/>
                                            </p:txEl>
                                          </p:spTgt>
                                        </p:tgtEl>
                                        <p:attrNameLst>
                                          <p:attrName>style.visibility</p:attrName>
                                        </p:attrNameLst>
                                      </p:cBhvr>
                                      <p:to>
                                        <p:strVal val="visible"/>
                                      </p:to>
                                    </p:set>
                                    <p:animEffect transition="in" filter="dissolve">
                                      <p:cBhvr>
                                        <p:cTn id="27" dur="500"/>
                                        <p:tgtEl>
                                          <p:spTgt spid="46">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46">
                                            <p:txEl>
                                              <p:pRg st="6" end="6"/>
                                            </p:txEl>
                                          </p:spTgt>
                                        </p:tgtEl>
                                        <p:attrNameLst>
                                          <p:attrName>style.visibility</p:attrName>
                                        </p:attrNameLst>
                                      </p:cBhvr>
                                      <p:to>
                                        <p:strVal val="visible"/>
                                      </p:to>
                                    </p:set>
                                    <p:animEffect transition="in" filter="dissolve">
                                      <p:cBhvr>
                                        <p:cTn id="32" dur="500"/>
                                        <p:tgtEl>
                                          <p:spTgt spid="46">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46">
                                            <p:txEl>
                                              <p:pRg st="7" end="7"/>
                                            </p:txEl>
                                          </p:spTgt>
                                        </p:tgtEl>
                                        <p:attrNameLst>
                                          <p:attrName>style.visibility</p:attrName>
                                        </p:attrNameLst>
                                      </p:cBhvr>
                                      <p:to>
                                        <p:strVal val="visible"/>
                                      </p:to>
                                    </p:set>
                                    <p:animEffect transition="in" filter="dissolve">
                                      <p:cBhvr>
                                        <p:cTn id="37" dur="500"/>
                                        <p:tgtEl>
                                          <p:spTgt spid="4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1"/>
        </a:blipFill>
        <a:effectLst/>
      </p:bgPr>
    </p:bg>
    <p:spTree>
      <p:nvGrpSpPr>
        <p:cNvPr id="1" name=""/>
        <p:cNvGrpSpPr/>
        <p:nvPr/>
      </p:nvGrpSpPr>
      <p:grpSpPr>
        <a:xfrm>
          <a:off x="0" y="0"/>
          <a:ext cx="0" cy="0"/>
          <a:chOff x="0" y="0"/>
          <a:chExt cx="0" cy="0"/>
        </a:xfrm>
      </p:grpSpPr>
      <p:sp>
        <p:nvSpPr>
          <p:cNvPr id="4100" name="文本框 4"/>
          <p:cNvSpPr txBox="1">
            <a:spLocks noChangeArrowheads="1"/>
          </p:cNvSpPr>
          <p:nvPr/>
        </p:nvSpPr>
        <p:spPr bwMode="auto">
          <a:xfrm>
            <a:off x="184150" y="160655"/>
            <a:ext cx="4390390" cy="460375"/>
          </a:xfrm>
          <a:prstGeom prst="rect">
            <a:avLst/>
          </a:prstGeom>
          <a:noFill/>
          <a:ln w="9525">
            <a:noFill/>
            <a:miter lim="800000"/>
          </a:ln>
          <a:effectLst>
            <a:outerShdw blurRad="50800" dist="38100" dir="5400000" algn="t" rotWithShape="0">
              <a:prstClr val="black">
                <a:alpha val="40000"/>
              </a:prstClr>
            </a:outerShdw>
          </a:effec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rPr>
              <a:t>Text Analysis</a:t>
            </a:r>
            <a:endPar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endParaRPr>
          </a:p>
        </p:txBody>
      </p:sp>
      <p:pic>
        <p:nvPicPr>
          <p:cNvPr id="44" name="图片 43">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l="10347" t="37811" r="43034" b="24326"/>
          <a:stretch>
            <a:fillRect/>
          </a:stretch>
        </p:blipFill>
        <p:spPr>
          <a:xfrm>
            <a:off x="11264265" y="174625"/>
            <a:ext cx="503555" cy="454660"/>
          </a:xfrm>
          <a:prstGeom prst="rect">
            <a:avLst/>
          </a:prstGeom>
        </p:spPr>
      </p:pic>
      <p:sp>
        <p:nvSpPr>
          <p:cNvPr id="46" name="内容占位符 2"/>
          <p:cNvSpPr>
            <a:spLocks noGrp="1"/>
          </p:cNvSpPr>
          <p:nvPr/>
        </p:nvSpPr>
        <p:spPr>
          <a:xfrm>
            <a:off x="586105" y="942340"/>
            <a:ext cx="11019155" cy="2894330"/>
          </a:xfrm>
          <a:prstGeom prst="rect">
            <a:avLst/>
          </a:prstGeom>
          <a:noFill/>
          <a:ln w="9525">
            <a:noFill/>
            <a:miter lim="800000"/>
          </a:ln>
        </p:spPr>
        <p:txBody>
          <a:bodyPr vert="horz" wrap="square" lIns="91440" tIns="45720" rIns="91440" bIns="45720" numCol="1" anchor="t" anchorCtr="0" compatLnSpc="1"/>
          <a:lstStyle>
            <a:lvl1pPr marL="228600" indent="-22733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733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733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52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4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6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0045" indent="-360045" algn="just" eaLnBrk="1" hangingPunct="1">
              <a:lnSpc>
                <a:spcPct val="100000"/>
              </a:lnSpc>
              <a:buNone/>
              <a:defRPr/>
            </a:pPr>
            <a:r>
              <a:rPr lang="en-US" altLang="zh-CN" b="1" dirty="0">
                <a:latin typeface="Calibri" panose="020F0502020204030204" charset="0"/>
                <a:cs typeface="Calibri" panose="020F0502020204030204" charset="0"/>
              </a:rPr>
              <a:t>	</a:t>
            </a:r>
            <a:r>
              <a:rPr lang="en-US" altLang="zh-CN" b="1" dirty="0">
                <a:solidFill>
                  <a:srgbClr val="FF0000"/>
                </a:solidFill>
                <a:latin typeface="Calibri" panose="020F0502020204030204" charset="0"/>
                <a:cs typeface="Calibri" panose="020F0502020204030204" charset="0"/>
              </a:rPr>
              <a:t>We all tend to regard</a:t>
            </a:r>
            <a:r>
              <a:rPr lang="en-US" altLang="zh-CN" b="1" dirty="0">
                <a:latin typeface="Calibri" panose="020F0502020204030204" charset="0"/>
                <a:cs typeface="Calibri" panose="020F0502020204030204" charset="0"/>
              </a:rPr>
              <a:t> </a:t>
            </a:r>
            <a:r>
              <a:rPr lang="en-US" altLang="zh-CN" b="1" u="sng" dirty="0">
                <a:latin typeface="Calibri" panose="020F0502020204030204" charset="0"/>
                <a:cs typeface="Calibri" panose="020F0502020204030204" charset="0"/>
              </a:rPr>
              <a:t>as the center</a:t>
            </a:r>
            <a:r>
              <a:rPr lang="en-US" altLang="zh-CN" b="1" dirty="0">
                <a:latin typeface="Calibri" panose="020F0502020204030204" charset="0"/>
                <a:cs typeface="Calibri" panose="020F0502020204030204" charset="0"/>
              </a:rPr>
              <a:t> </a:t>
            </a:r>
            <a:r>
              <a:rPr lang="en-US" altLang="zh-CN" b="1" dirty="0">
                <a:solidFill>
                  <a:srgbClr val="FF0000"/>
                </a:solidFill>
                <a:latin typeface="Calibri" panose="020F0502020204030204" charset="0"/>
                <a:cs typeface="Calibri" panose="020F0502020204030204" charset="0"/>
              </a:rPr>
              <a:t>that special place</a:t>
            </a:r>
            <a:r>
              <a:rPr lang="en-US" altLang="zh-CN" b="1" dirty="0">
                <a:latin typeface="Calibri" panose="020F0502020204030204" charset="0"/>
                <a:cs typeface="Calibri" panose="020F0502020204030204" charset="0"/>
              </a:rPr>
              <a:t> </a:t>
            </a:r>
            <a:r>
              <a:rPr lang="en-US" altLang="zh-CN" b="1" dirty="0">
                <a:solidFill>
                  <a:schemeClr val="accent1"/>
                </a:solidFill>
                <a:latin typeface="Calibri" panose="020F0502020204030204" charset="0"/>
                <a:cs typeface="Calibri" panose="020F0502020204030204" charset="0"/>
              </a:rPr>
              <a:t>where we are known, where we know others, where things mean much to us, and where we ourselves have both identity and meaning</a:t>
            </a:r>
            <a:r>
              <a:rPr lang="en-US" altLang="zh-CN" b="1" dirty="0">
                <a:latin typeface="Calibri" panose="020F0502020204030204" charset="0"/>
                <a:cs typeface="Calibri" panose="020F0502020204030204" charset="0"/>
              </a:rPr>
              <a:t>: Family, school, town, and local region could all be our center of the world. </a:t>
            </a:r>
            <a:endParaRPr lang="en-US" altLang="zh-CN" b="1" dirty="0">
              <a:latin typeface="Calibri" panose="020F0502020204030204" charset="0"/>
              <a:cs typeface="Calibri" panose="020F0502020204030204" charset="0"/>
            </a:endParaRPr>
          </a:p>
          <a:p>
            <a:pPr marL="360045" indent="-360045" algn="just" eaLnBrk="1" hangingPunct="1">
              <a:lnSpc>
                <a:spcPct val="100000"/>
              </a:lnSpc>
              <a:buFont typeface="Wingdings" panose="05000000000000000000" pitchFamily="2" charset="2"/>
              <a:buChar char="Ø"/>
              <a:defRPr/>
            </a:pPr>
            <a:r>
              <a:rPr lang="en-US" altLang="zh-CN" b="1" dirty="0">
                <a:latin typeface="Calibri" panose="020F0502020204030204" charset="0"/>
                <a:cs typeface="Calibri" panose="020F0502020204030204" charset="0"/>
              </a:rPr>
              <a:t>Note the inversion(</a:t>
            </a:r>
            <a:r>
              <a:rPr lang="zh-CN" altLang="en-US" b="1" dirty="0">
                <a:latin typeface="楷体" panose="02010609060101010101" charset="-122"/>
                <a:ea typeface="楷体" panose="02010609060101010101" charset="-122"/>
                <a:cs typeface="Calibri" panose="020F0502020204030204" charset="0"/>
              </a:rPr>
              <a:t>倒装</a:t>
            </a:r>
            <a:r>
              <a:rPr lang="en-US" altLang="zh-CN" b="1" dirty="0">
                <a:latin typeface="Calibri" panose="020F0502020204030204" charset="0"/>
                <a:cs typeface="Calibri" panose="020F0502020204030204" charset="0"/>
              </a:rPr>
              <a:t>): </a:t>
            </a:r>
            <a:r>
              <a:rPr lang="en-US" altLang="zh-CN" dirty="0">
                <a:latin typeface="Calibri" panose="020F0502020204030204" charset="0"/>
                <a:cs typeface="Calibri" panose="020F0502020204030204" charset="0"/>
              </a:rPr>
              <a:t>The normal order is: We all tend to regard that special place... as the center. </a:t>
            </a:r>
            <a:endParaRPr kumimoji="0" lang="en-US" altLang="zh-CN" sz="2800" b="0" i="0" u="none" strike="noStrike" kern="1200" cap="none" spc="0" normalizeH="0" baseline="0" noProof="0" dirty="0">
              <a:ln>
                <a:noFill/>
              </a:ln>
              <a:solidFill>
                <a:prstClr val="black"/>
              </a:solidFill>
              <a:effectLst/>
              <a:uLnTx/>
              <a:uFillTx/>
              <a:latin typeface="华文楷体" panose="02010600040101010101" charset="-122"/>
              <a:ea typeface="华文楷体" panose="02010600040101010101" charset="-122"/>
              <a:cs typeface="Calibri" panose="020F0502020204030204" charset="0"/>
            </a:endParaRPr>
          </a:p>
        </p:txBody>
      </p:sp>
      <p:sp>
        <p:nvSpPr>
          <p:cNvPr id="2" name="文本框 1"/>
          <p:cNvSpPr txBox="1"/>
          <p:nvPr/>
        </p:nvSpPr>
        <p:spPr>
          <a:xfrm>
            <a:off x="3136265" y="160655"/>
            <a:ext cx="7864475" cy="521970"/>
          </a:xfrm>
          <a:prstGeom prst="rect">
            <a:avLst/>
          </a:prstGeom>
          <a:noFill/>
        </p:spPr>
        <p:txBody>
          <a:bodyPr wrap="square" rtlCol="0" anchor="t">
            <a:spAutoFit/>
          </a:bodyPr>
          <a:p>
            <a:pPr marL="360045" marR="0" lvl="0" indent="-360045" algn="just" defTabSz="914400" rtl="0" eaLnBrk="1" fontAlgn="base" latinLnBrk="0" hangingPunct="1">
              <a:lnSpc>
                <a:spcPct val="100000"/>
              </a:lnSpc>
              <a:spcBef>
                <a:spcPts val="900"/>
              </a:spcBef>
              <a:spcAft>
                <a:spcPct val="0"/>
              </a:spcAft>
              <a:buClrTx/>
              <a:buSzTx/>
              <a:buFont typeface="Arial" panose="020B0604020202020204" pitchFamily="34" charset="0"/>
              <a:buNone/>
              <a:defRPr/>
            </a:pPr>
            <a:r>
              <a:rPr lang="en-US" altLang="zh-CN" sz="2800" b="1" noProof="0" dirty="0">
                <a:ln>
                  <a:noFill/>
                </a:ln>
                <a:solidFill>
                  <a:sysClr val="windowText" lastClr="000000"/>
                </a:solidFill>
                <a:effectLst/>
                <a:uLnTx/>
                <a:uFillTx/>
                <a:latin typeface="Arial Narrow" panose="020B0606020202030204" charset="0"/>
                <a:ea typeface="宋体" panose="02010600030101010101" pitchFamily="2" charset="-122"/>
                <a:cs typeface="Arial Narrow" panose="020B0606020202030204" charset="0"/>
                <a:sym typeface="+mn-ea"/>
              </a:rPr>
              <a:t>The author’s</a:t>
            </a:r>
            <a:r>
              <a:rPr lang="zh-CN" altLang="en-US" sz="2800" b="1" noProof="0" dirty="0">
                <a:ln>
                  <a:noFill/>
                </a:ln>
                <a:solidFill>
                  <a:sysClr val="windowText" lastClr="000000"/>
                </a:solidFill>
                <a:effectLst/>
                <a:uLnTx/>
                <a:uFillTx/>
                <a:latin typeface="Arial Narrow" panose="020B0606020202030204" charset="0"/>
                <a:ea typeface="宋体" panose="02010600030101010101" pitchFamily="2" charset="-122"/>
                <a:cs typeface="Arial Narrow" panose="020B0606020202030204" charset="0"/>
                <a:sym typeface="+mn-ea"/>
              </a:rPr>
              <a:t> </a:t>
            </a:r>
            <a:r>
              <a:rPr lang="en-US" altLang="zh-CN" sz="2800" b="1" noProof="0" dirty="0">
                <a:ln>
                  <a:noFill/>
                </a:ln>
                <a:solidFill>
                  <a:sysClr val="windowText" lastClr="000000"/>
                </a:solidFill>
                <a:effectLst/>
                <a:uLnTx/>
                <a:uFillTx/>
                <a:latin typeface="Arial Narrow" panose="020B0606020202030204" charset="0"/>
                <a:ea typeface="宋体" panose="02010600030101010101" pitchFamily="2" charset="-122"/>
                <a:cs typeface="Arial Narrow" panose="020B0606020202030204" charset="0"/>
                <a:sym typeface="+mn-ea"/>
              </a:rPr>
              <a:t>reflections</a:t>
            </a:r>
            <a:r>
              <a:rPr lang="zh-CN" altLang="en-US" sz="2800" b="1" noProof="0" dirty="0">
                <a:ln>
                  <a:noFill/>
                </a:ln>
                <a:solidFill>
                  <a:sysClr val="windowText" lastClr="000000"/>
                </a:solidFill>
                <a:effectLst/>
                <a:uLnTx/>
                <a:uFillTx/>
                <a:latin typeface="Arial Narrow" panose="020B0606020202030204" charset="0"/>
                <a:ea typeface="宋体" panose="02010600030101010101" pitchFamily="2" charset="-122"/>
                <a:cs typeface="Arial Narrow" panose="020B0606020202030204" charset="0"/>
                <a:sym typeface="+mn-ea"/>
              </a:rPr>
              <a:t> </a:t>
            </a:r>
            <a:r>
              <a:rPr lang="en-US" altLang="zh-CN" sz="2800" b="1" noProof="0" dirty="0">
                <a:ln>
                  <a:noFill/>
                </a:ln>
                <a:solidFill>
                  <a:sysClr val="windowText" lastClr="000000"/>
                </a:solidFill>
                <a:effectLst/>
                <a:uLnTx/>
                <a:uFillTx/>
                <a:latin typeface="Arial Narrow" panose="020B0606020202030204" charset="0"/>
                <a:ea typeface="宋体" panose="02010600030101010101" pitchFamily="2" charset="-122"/>
                <a:cs typeface="Arial Narrow" panose="020B0606020202030204" charset="0"/>
                <a:sym typeface="+mn-ea"/>
              </a:rPr>
              <a:t>on</a:t>
            </a:r>
            <a:r>
              <a:rPr lang="zh-CN" altLang="en-US" sz="2800" b="1" noProof="0" dirty="0">
                <a:ln>
                  <a:noFill/>
                </a:ln>
                <a:solidFill>
                  <a:sysClr val="windowText" lastClr="000000"/>
                </a:solidFill>
                <a:effectLst/>
                <a:uLnTx/>
                <a:uFillTx/>
                <a:latin typeface="Arial Narrow" panose="020B0606020202030204" charset="0"/>
                <a:ea typeface="宋体" panose="02010600030101010101" pitchFamily="2" charset="-122"/>
                <a:cs typeface="Arial Narrow" panose="020B0606020202030204" charset="0"/>
                <a:sym typeface="+mn-ea"/>
              </a:rPr>
              <a:t> </a:t>
            </a:r>
            <a:r>
              <a:rPr lang="en-US" altLang="zh-CN" sz="2800" b="1" noProof="0" dirty="0">
                <a:ln>
                  <a:noFill/>
                </a:ln>
                <a:solidFill>
                  <a:sysClr val="windowText" lastClr="000000"/>
                </a:solidFill>
                <a:effectLst/>
                <a:uLnTx/>
                <a:uFillTx/>
                <a:latin typeface="Arial Narrow" panose="020B0606020202030204" charset="0"/>
                <a:ea typeface="宋体" panose="02010600030101010101" pitchFamily="2" charset="-122"/>
                <a:cs typeface="Arial Narrow" panose="020B0606020202030204" charset="0"/>
                <a:sym typeface="+mn-ea"/>
              </a:rPr>
              <a:t>his</a:t>
            </a:r>
            <a:r>
              <a:rPr lang="zh-CN" altLang="en-US" sz="2800" b="1" noProof="0" dirty="0">
                <a:ln>
                  <a:noFill/>
                </a:ln>
                <a:solidFill>
                  <a:sysClr val="windowText" lastClr="000000"/>
                </a:solidFill>
                <a:effectLst/>
                <a:uLnTx/>
                <a:uFillTx/>
                <a:latin typeface="Arial Narrow" panose="020B0606020202030204" charset="0"/>
                <a:ea typeface="宋体" panose="02010600030101010101" pitchFamily="2" charset="-122"/>
                <a:cs typeface="Arial Narrow" panose="020B0606020202030204" charset="0"/>
                <a:sym typeface="+mn-ea"/>
              </a:rPr>
              <a:t> </a:t>
            </a:r>
            <a:r>
              <a:rPr lang="en-US" altLang="zh-CN" sz="2800" b="1" noProof="0" dirty="0">
                <a:ln>
                  <a:noFill/>
                </a:ln>
                <a:solidFill>
                  <a:sysClr val="windowText" lastClr="000000"/>
                </a:solidFill>
                <a:effectLst/>
                <a:uLnTx/>
                <a:uFillTx/>
                <a:latin typeface="Arial Narrow" panose="020B0606020202030204" charset="0"/>
                <a:ea typeface="宋体" panose="02010600030101010101" pitchFamily="2" charset="-122"/>
                <a:cs typeface="Arial Narrow" panose="020B0606020202030204" charset="0"/>
                <a:sym typeface="+mn-ea"/>
              </a:rPr>
              <a:t>experience</a:t>
            </a:r>
            <a:r>
              <a:rPr lang="zh-CN" altLang="en-US" sz="2800" b="1" noProof="0" dirty="0">
                <a:ln>
                  <a:noFill/>
                </a:ln>
                <a:solidFill>
                  <a:sysClr val="windowText" lastClr="000000"/>
                </a:solidFill>
                <a:effectLst/>
                <a:uLnTx/>
                <a:uFillTx/>
                <a:latin typeface="Arial Narrow" panose="020B0606020202030204" charset="0"/>
                <a:ea typeface="宋体" panose="02010600030101010101" pitchFamily="2" charset="-122"/>
                <a:cs typeface="Arial Narrow" panose="020B0606020202030204" charset="0"/>
                <a:sym typeface="+mn-ea"/>
              </a:rPr>
              <a:t> </a:t>
            </a:r>
            <a:r>
              <a:rPr lang="en-US" altLang="zh-CN" sz="2800" b="1" noProof="0" dirty="0">
                <a:ln>
                  <a:noFill/>
                </a:ln>
                <a:solidFill>
                  <a:sysClr val="windowText" lastClr="000000"/>
                </a:solidFill>
                <a:effectLst/>
                <a:uLnTx/>
                <a:uFillTx/>
                <a:latin typeface="Arial Narrow" panose="020B0606020202030204" charset="0"/>
                <a:ea typeface="宋体" panose="02010600030101010101" pitchFamily="2" charset="-122"/>
                <a:cs typeface="Arial Narrow" panose="020B0606020202030204" charset="0"/>
                <a:sym typeface="+mn-ea"/>
              </a:rPr>
              <a:t>(paras. </a:t>
            </a:r>
            <a:r>
              <a:rPr lang="en-US" altLang="zh-CN" sz="2800" b="1" dirty="0">
                <a:solidFill>
                  <a:sysClr val="windowText" lastClr="000000"/>
                </a:solidFill>
                <a:latin typeface="Arial Narrow" panose="020B0606020202030204" charset="0"/>
                <a:ea typeface="宋体" panose="02010600030101010101" pitchFamily="2" charset="-122"/>
                <a:cs typeface="Arial Narrow" panose="020B0606020202030204" charset="0"/>
                <a:sym typeface="+mn-ea"/>
              </a:rPr>
              <a:t>5</a:t>
            </a:r>
            <a:r>
              <a:rPr lang="en-US" altLang="zh-CN" sz="2800" b="1" noProof="0" dirty="0">
                <a:ln>
                  <a:noFill/>
                </a:ln>
                <a:solidFill>
                  <a:sysClr val="windowText" lastClr="000000"/>
                </a:solidFill>
                <a:effectLst/>
                <a:uLnTx/>
                <a:uFillTx/>
                <a:latin typeface="Arial Narrow" panose="020B0606020202030204" charset="0"/>
                <a:ea typeface="宋体" panose="02010600030101010101" pitchFamily="2" charset="-122"/>
                <a:cs typeface="Arial Narrow" panose="020B0606020202030204" charset="0"/>
                <a:sym typeface="+mn-ea"/>
              </a:rPr>
              <a:t>–7) </a:t>
            </a:r>
            <a:endParaRPr lang="en-US" altLang="zh-CN" sz="2800" b="1" noProof="0" dirty="0">
              <a:ln>
                <a:noFill/>
              </a:ln>
              <a:solidFill>
                <a:sysClr val="windowText" lastClr="000000"/>
              </a:solidFill>
              <a:effectLst/>
              <a:uLnTx/>
              <a:uFillTx/>
              <a:latin typeface="Arial Narrow" panose="020B0606020202030204" charset="0"/>
              <a:ea typeface="宋体" panose="02010600030101010101" pitchFamily="2" charset="-122"/>
              <a:cs typeface="Arial Narrow" panose="020B0606020202030204" charset="0"/>
              <a:sym typeface="+mn-ea"/>
            </a:endParaRPr>
          </a:p>
        </p:txBody>
      </p:sp>
      <p:cxnSp>
        <p:nvCxnSpPr>
          <p:cNvPr id="3" name="直接箭头连接符 2"/>
          <p:cNvCxnSpPr/>
          <p:nvPr/>
        </p:nvCxnSpPr>
        <p:spPr>
          <a:xfrm>
            <a:off x="5606415" y="1400175"/>
            <a:ext cx="3468370" cy="528955"/>
          </a:xfrm>
          <a:prstGeom prst="straightConnector1">
            <a:avLst/>
          </a:prstGeom>
          <a:ln>
            <a:tailEnd type="arrow" w="med" len="med"/>
          </a:ln>
        </p:spPr>
        <p:style>
          <a:lnRef idx="3">
            <a:schemeClr val="accent1"/>
          </a:lnRef>
          <a:fillRef idx="0">
            <a:srgbClr val="FFFFFF"/>
          </a:fillRef>
          <a:effectRef idx="0">
            <a:srgbClr val="FFFFFF"/>
          </a:effectRef>
          <a:fontRef idx="minor">
            <a:schemeClr val="tx1"/>
          </a:fontRef>
        </p:style>
      </p:cxnSp>
      <p:pic>
        <p:nvPicPr>
          <p:cNvPr id="4" name="图片 3"/>
          <p:cNvPicPr/>
          <p:nvPr/>
        </p:nvPicPr>
        <p:blipFill>
          <a:blip r:embed="rId4"/>
          <a:srcRect r="26011"/>
          <a:stretch>
            <a:fillRect/>
          </a:stretch>
        </p:blipFill>
        <p:spPr>
          <a:xfrm>
            <a:off x="8884285" y="3693795"/>
            <a:ext cx="2883535" cy="2352040"/>
          </a:xfrm>
          <a:prstGeom prst="rect">
            <a:avLst/>
          </a:prstGeom>
        </p:spPr>
      </p:pic>
      <p:sp>
        <p:nvSpPr>
          <p:cNvPr id="5" name="文本框 4"/>
          <p:cNvSpPr txBox="1"/>
          <p:nvPr/>
        </p:nvSpPr>
        <p:spPr>
          <a:xfrm>
            <a:off x="923925" y="3836670"/>
            <a:ext cx="7613650" cy="2444750"/>
          </a:xfrm>
          <a:prstGeom prst="rect">
            <a:avLst/>
          </a:prstGeom>
          <a:noFill/>
        </p:spPr>
        <p:txBody>
          <a:bodyPr wrap="square" rtlCol="0">
            <a:noAutofit/>
          </a:bodyPr>
          <a:p>
            <a:pPr indent="0" algn="just" eaLnBrk="1" hangingPunct="1">
              <a:lnSpc>
                <a:spcPct val="100000"/>
              </a:lnSpc>
              <a:buFont typeface="Wingdings" panose="05000000000000000000" pitchFamily="2" charset="2"/>
              <a:buNone/>
              <a:defRPr/>
            </a:pPr>
            <a:r>
              <a:rPr lang="en-US" altLang="zh-CN" sz="2600" dirty="0">
                <a:latin typeface="华文楷体" panose="02010600040101010101" charset="-122"/>
                <a:ea typeface="华文楷体" panose="02010600040101010101" charset="-122"/>
                <a:cs typeface="Calibri" panose="020F0502020204030204" charset="0"/>
                <a:sym typeface="+mn-ea"/>
              </a:rPr>
              <a:t>我们都会把某个特殊的地方视为中心，因为在那里我们为其他人所知，我们也认识其他人，那里的一切对我们都有非凡的意义，在那里我们知道自己</a:t>
            </a:r>
            <a:r>
              <a:rPr lang="zh-CN" altLang="en-US" sz="2600" dirty="0">
                <a:latin typeface="华文楷体" panose="02010600040101010101" charset="-122"/>
                <a:ea typeface="华文楷体" panose="02010600040101010101" charset="-122"/>
                <a:cs typeface="Calibri" panose="020F0502020204030204" charset="0"/>
                <a:sym typeface="+mn-ea"/>
              </a:rPr>
              <a:t>是</a:t>
            </a:r>
            <a:r>
              <a:rPr lang="en-US" altLang="zh-CN" sz="2600" dirty="0">
                <a:latin typeface="华文楷体" panose="02010600040101010101" charset="-122"/>
                <a:ea typeface="华文楷体" panose="02010600040101010101" charset="-122"/>
                <a:cs typeface="Calibri" panose="020F0502020204030204" charset="0"/>
                <a:sym typeface="+mn-ea"/>
              </a:rPr>
              <a:t>谁，活得也有意义，因此无论是家庭，还是学校，城镇还是当地地区，都有可能是我们心目中的世界中心。</a:t>
            </a:r>
            <a:endParaRPr lang="en-US" altLang="zh-CN" sz="2600" dirty="0">
              <a:latin typeface="华文楷体" panose="02010600040101010101" charset="-122"/>
              <a:ea typeface="华文楷体" panose="02010600040101010101" charset="-122"/>
              <a:cs typeface="Calibri" panose="020F0502020204030204" charset="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nodeType="clickEffect">
                                  <p:stCondLst>
                                    <p:cond delay="0"/>
                                  </p:stCondLst>
                                  <p:childTnLst>
                                    <p:set>
                                      <p:cBhvr>
                                        <p:cTn id="12" dur="1" fill="hold">
                                          <p:stCondLst>
                                            <p:cond delay="0"/>
                                          </p:stCondLst>
                                        </p:cTn>
                                        <p:tgtEl>
                                          <p:spTgt spid="46">
                                            <p:txEl>
                                              <p:pRg st="1" end="1"/>
                                            </p:txEl>
                                          </p:spTgt>
                                        </p:tgtEl>
                                        <p:attrNameLst>
                                          <p:attrName>style.visibility</p:attrName>
                                        </p:attrNameLst>
                                      </p:cBhvr>
                                      <p:to>
                                        <p:strVal val="visible"/>
                                      </p:to>
                                    </p:set>
                                    <p:animEffect transition="in" filter="dissolve">
                                      <p:cBhvr>
                                        <p:cTn id="13" dur="500"/>
                                        <p:tgtEl>
                                          <p:spTgt spid="46">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checkerboard(across)">
                                      <p:cBhvr>
                                        <p:cTn id="1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1219200" y="635000"/>
            <a:ext cx="9753600" cy="1729105"/>
          </a:xfrm>
          <a:prstGeom prst="rect">
            <a:avLst/>
          </a:prstGeom>
          <a:noFill/>
        </p:spPr>
        <p:txBody>
          <a:bodyPr wrap="square" rtlCol="0" anchor="ctr" anchorCtr="0">
            <a:noAutofit/>
          </a:bodyPr>
          <a:p>
            <a:pPr lvl="0" algn="l">
              <a:buNone/>
            </a:pPr>
            <a:r>
              <a:rPr lang="en-US" altLang="zh-CN" sz="2600">
                <a:solidFill>
                  <a:srgbClr val="000000"/>
                </a:solidFill>
                <a:latin typeface="Arial" panose="020B0604020202020204" pitchFamily="34" charset="0"/>
                <a:ea typeface="微软雅黑" panose="020B0503020204020204" charset="-122"/>
                <a:cs typeface="Arial" panose="020B0604020202020204" pitchFamily="34" charset="0"/>
                <a:sym typeface="+mn-ea"/>
              </a:rPr>
              <a:t>What were the author’s two learning moments?(Para. 5)</a:t>
            </a:r>
            <a:endParaRPr lang="zh-CN" altLang="en-US" sz="2600">
              <a:solidFill>
                <a:srgbClr val="000000"/>
              </a:solidFill>
              <a:latin typeface="微软雅黑" panose="020B0503020204020204" charset="-122"/>
              <a:ea typeface="微软雅黑" panose="020B0503020204020204" charset="-122"/>
            </a:endParaRPr>
          </a:p>
        </p:txBody>
      </p:sp>
      <p:sp>
        <p:nvSpPr>
          <p:cNvPr id="4" name="文本框 3"/>
          <p:cNvSpPr txBox="1"/>
          <p:nvPr>
            <p:custDataLst>
              <p:tags r:id="rId2"/>
            </p:custDataLst>
          </p:nvPr>
        </p:nvSpPr>
        <p:spPr>
          <a:xfrm>
            <a:off x="2286000" y="2283460"/>
            <a:ext cx="8534400" cy="642620"/>
          </a:xfrm>
          <a:prstGeom prst="rect">
            <a:avLst/>
          </a:prstGeom>
          <a:noFill/>
        </p:spPr>
        <p:txBody>
          <a:bodyPr wrap="square" rtlCol="0" anchor="ctr" anchorCtr="0">
            <a:noAutofit/>
          </a:bodyPr>
          <a:p>
            <a:pPr lvl="0" algn="l">
              <a:buNone/>
            </a:pPr>
            <a:r>
              <a:rPr lang="en-US" altLang="zh-CN" sz="2600">
                <a:solidFill>
                  <a:srgbClr val="000000"/>
                </a:solidFill>
                <a:latin typeface="Arial" panose="020B0604020202020204" pitchFamily="34" charset="0"/>
                <a:ea typeface="微软雅黑" panose="020B0503020204020204" charset="-122"/>
                <a:cs typeface="Arial" panose="020B0604020202020204" pitchFamily="34" charset="0"/>
                <a:sym typeface="+mn-ea"/>
              </a:rPr>
              <a:t>He learned the use of the green banana to fix the leaks of a radiator.</a:t>
            </a:r>
            <a:endParaRPr lang="zh-CN" altLang="en-US" sz="2600">
              <a:solidFill>
                <a:srgbClr val="000000"/>
              </a:solidFill>
              <a:latin typeface="微软雅黑" panose="020B0503020204020204" charset="-122"/>
              <a:ea typeface="微软雅黑" panose="020B0503020204020204" charset="-122"/>
            </a:endParaRPr>
          </a:p>
        </p:txBody>
      </p:sp>
      <p:sp>
        <p:nvSpPr>
          <p:cNvPr id="5" name="文本框 4"/>
          <p:cNvSpPr txBox="1"/>
          <p:nvPr>
            <p:custDataLst>
              <p:tags r:id="rId3"/>
            </p:custDataLst>
          </p:nvPr>
        </p:nvSpPr>
        <p:spPr>
          <a:xfrm>
            <a:off x="2286000" y="3140710"/>
            <a:ext cx="8534400" cy="642620"/>
          </a:xfrm>
          <a:prstGeom prst="rect">
            <a:avLst/>
          </a:prstGeom>
          <a:noFill/>
        </p:spPr>
        <p:txBody>
          <a:bodyPr wrap="square" rtlCol="0" anchor="ctr" anchorCtr="0">
            <a:noAutofit/>
          </a:bodyPr>
          <a:p>
            <a:pPr lvl="0" algn="l">
              <a:buNone/>
            </a:pPr>
            <a:r>
              <a:rPr lang="en-US" altLang="zh-CN" sz="2600">
                <a:solidFill>
                  <a:srgbClr val="000000"/>
                </a:solidFill>
                <a:latin typeface="Arial" panose="020B0604020202020204" pitchFamily="34" charset="0"/>
                <a:ea typeface="微软雅黑" panose="020B0503020204020204" charset="-122"/>
                <a:cs typeface="Arial" panose="020B0604020202020204" pitchFamily="34" charset="0"/>
                <a:sym typeface="+mn-ea"/>
              </a:rPr>
              <a:t>He learned the genius and kindness of ordinary people.</a:t>
            </a:r>
            <a:endParaRPr lang="zh-CN" altLang="en-US" sz="2600">
              <a:solidFill>
                <a:srgbClr val="000000"/>
              </a:solidFill>
              <a:latin typeface="微软雅黑" panose="020B0503020204020204" charset="-122"/>
              <a:ea typeface="微软雅黑" panose="020B0503020204020204" charset="-122"/>
            </a:endParaRPr>
          </a:p>
        </p:txBody>
      </p:sp>
      <p:sp>
        <p:nvSpPr>
          <p:cNvPr id="6" name="文本框 5"/>
          <p:cNvSpPr txBox="1"/>
          <p:nvPr>
            <p:custDataLst>
              <p:tags r:id="rId4"/>
            </p:custDataLst>
          </p:nvPr>
        </p:nvSpPr>
        <p:spPr>
          <a:xfrm>
            <a:off x="2286000" y="3997960"/>
            <a:ext cx="8534400" cy="642620"/>
          </a:xfrm>
          <a:prstGeom prst="rect">
            <a:avLst/>
          </a:prstGeom>
          <a:noFill/>
        </p:spPr>
        <p:txBody>
          <a:bodyPr wrap="square" rtlCol="0" anchor="ctr" anchorCtr="0">
            <a:noAutofit/>
          </a:bodyPr>
          <a:p>
            <a:pPr lvl="0" algn="l">
              <a:buNone/>
            </a:pPr>
            <a:r>
              <a:rPr lang="en-US" altLang="zh-CN" sz="2600">
                <a:solidFill>
                  <a:srgbClr val="000000"/>
                </a:solidFill>
                <a:latin typeface="Arial" panose="020B0604020202020204" pitchFamily="34" charset="0"/>
                <a:ea typeface="微软雅黑" panose="020B0503020204020204" charset="-122"/>
                <a:cs typeface="Arial" panose="020B0604020202020204" pitchFamily="34" charset="0"/>
                <a:sym typeface="+mn-ea"/>
              </a:rPr>
              <a:t>He learned that </a:t>
            </a:r>
            <a:r>
              <a:rPr lang="en-US" altLang="zh-CN" sz="2600">
                <a:solidFill>
                  <a:srgbClr val="000000"/>
                </a:solidFill>
                <a:latin typeface="Arial" panose="020B0604020202020204" pitchFamily="34" charset="0"/>
                <a:ea typeface="微软雅黑" panose="020B0503020204020204" charset="-122"/>
                <a:cs typeface="Arial" panose="020B0604020202020204" pitchFamily="34" charset="0"/>
                <a:sym typeface="+mn-ea"/>
              </a:rPr>
              <a:t>every culture has wonderful treasures to share with others.</a:t>
            </a:r>
            <a:endParaRPr lang="zh-CN" altLang="en-US" sz="2600">
              <a:solidFill>
                <a:srgbClr val="000000"/>
              </a:solidFill>
              <a:latin typeface="微软雅黑" panose="020B0503020204020204" charset="-122"/>
              <a:ea typeface="微软雅黑" panose="020B0503020204020204" charset="-122"/>
            </a:endParaRPr>
          </a:p>
        </p:txBody>
      </p:sp>
      <p:sp>
        <p:nvSpPr>
          <p:cNvPr id="7" name="文本框 6"/>
          <p:cNvSpPr txBox="1"/>
          <p:nvPr>
            <p:custDataLst>
              <p:tags r:id="rId5"/>
            </p:custDataLst>
          </p:nvPr>
        </p:nvSpPr>
        <p:spPr>
          <a:xfrm>
            <a:off x="2286000" y="4855210"/>
            <a:ext cx="8534400" cy="642620"/>
          </a:xfrm>
          <a:prstGeom prst="rect">
            <a:avLst/>
          </a:prstGeom>
          <a:noFill/>
        </p:spPr>
        <p:txBody>
          <a:bodyPr wrap="square" rtlCol="0" anchor="ctr" anchorCtr="0">
            <a:noAutofit/>
          </a:bodyPr>
          <a:p>
            <a:pPr lvl="0" algn="l">
              <a:buNone/>
            </a:pPr>
            <a:r>
              <a:rPr lang="en-US" altLang="zh-CN" sz="2600">
                <a:solidFill>
                  <a:srgbClr val="000000"/>
                </a:solidFill>
                <a:latin typeface="Arial" panose="020B0604020202020204" pitchFamily="34" charset="0"/>
                <a:ea typeface="微软雅黑" panose="020B0503020204020204" charset="-122"/>
                <a:cs typeface="Arial" panose="020B0604020202020204" pitchFamily="34" charset="0"/>
                <a:sym typeface="+mn-ea"/>
              </a:rPr>
              <a:t>He learned that </a:t>
            </a:r>
            <a:r>
              <a:rPr lang="en-US" altLang="zh-CN" sz="2600">
                <a:solidFill>
                  <a:srgbClr val="000000"/>
                </a:solidFill>
                <a:latin typeface="Arial" panose="020B0604020202020204" pitchFamily="34" charset="0"/>
                <a:ea typeface="微软雅黑" panose="020B0503020204020204" charset="-122"/>
                <a:cs typeface="Arial" panose="020B0604020202020204" pitchFamily="34" charset="0"/>
                <a:sym typeface="+mn-ea"/>
              </a:rPr>
              <a:t>every placce has a right to regard itself as the center of the world.</a:t>
            </a:r>
            <a:endParaRPr lang="zh-CN" altLang="en-US" sz="2600">
              <a:solidFill>
                <a:srgbClr val="000000"/>
              </a:solidFill>
              <a:latin typeface="微软雅黑" panose="020B0503020204020204" charset="-122"/>
              <a:ea typeface="微软雅黑" panose="020B0503020204020204" charset="-122"/>
            </a:endParaRPr>
          </a:p>
        </p:txBody>
      </p:sp>
      <p:sp>
        <p:nvSpPr>
          <p:cNvPr id="8" name="矩形 7"/>
          <p:cNvSpPr>
            <a:spLocks noChangeAspect="1"/>
          </p:cNvSpPr>
          <p:nvPr>
            <p:custDataLst>
              <p:tags r:id="rId6"/>
            </p:custDataLst>
          </p:nvPr>
        </p:nvSpPr>
        <p:spPr>
          <a:xfrm>
            <a:off x="1419225" y="2347595"/>
            <a:ext cx="514350" cy="514350"/>
          </a:xfrm>
          <a:prstGeom prst="rect">
            <a:avLst/>
          </a:prstGeom>
          <a:solidFill>
            <a:srgbClr val="808080"/>
          </a:solidFill>
          <a:ln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p>
            <a:pPr indent="0" algn="ctr"/>
            <a:r>
              <a:rPr lang="zh-CN" altLang="en-US" sz="1600">
                <a:solidFill>
                  <a:srgbClr val="FFFFFF"/>
                </a:solidFill>
                <a:latin typeface="微软雅黑" panose="020B0503020204020204" charset="-122"/>
                <a:ea typeface="微软雅黑" panose="020B0503020204020204" charset="-122"/>
              </a:rPr>
              <a:t>A</a:t>
            </a:r>
            <a:endParaRPr lang="zh-CN" altLang="en-US" sz="1600">
              <a:solidFill>
                <a:srgbClr val="FFFFFF"/>
              </a:solidFill>
              <a:latin typeface="微软雅黑" panose="020B0503020204020204" charset="-122"/>
              <a:ea typeface="微软雅黑" panose="020B0503020204020204" charset="-122"/>
            </a:endParaRPr>
          </a:p>
        </p:txBody>
      </p:sp>
      <p:sp>
        <p:nvSpPr>
          <p:cNvPr id="9" name="矩形 8"/>
          <p:cNvSpPr>
            <a:spLocks noChangeAspect="1"/>
          </p:cNvSpPr>
          <p:nvPr>
            <p:custDataLst>
              <p:tags r:id="rId7"/>
            </p:custDataLst>
          </p:nvPr>
        </p:nvSpPr>
        <p:spPr>
          <a:xfrm>
            <a:off x="1419225" y="3204845"/>
            <a:ext cx="514350" cy="514350"/>
          </a:xfrm>
          <a:prstGeom prst="rect">
            <a:avLst/>
          </a:prstGeom>
          <a:solidFill>
            <a:srgbClr val="808080"/>
          </a:solidFill>
          <a:ln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p>
            <a:pPr indent="0" algn="ctr"/>
            <a:r>
              <a:rPr lang="zh-CN" altLang="en-US" sz="1600">
                <a:solidFill>
                  <a:srgbClr val="FFFFFF"/>
                </a:solidFill>
                <a:latin typeface="微软雅黑" panose="020B0503020204020204" charset="-122"/>
                <a:ea typeface="微软雅黑" panose="020B0503020204020204" charset="-122"/>
              </a:rPr>
              <a:t>B</a:t>
            </a:r>
            <a:endParaRPr lang="zh-CN" altLang="en-US" sz="1600">
              <a:solidFill>
                <a:srgbClr val="FFFFFF"/>
              </a:solidFill>
              <a:latin typeface="微软雅黑" panose="020B0503020204020204" charset="-122"/>
              <a:ea typeface="微软雅黑" panose="020B0503020204020204" charset="-122"/>
            </a:endParaRPr>
          </a:p>
        </p:txBody>
      </p:sp>
      <p:sp>
        <p:nvSpPr>
          <p:cNvPr id="10" name="矩形 9"/>
          <p:cNvSpPr>
            <a:spLocks noChangeAspect="1"/>
          </p:cNvSpPr>
          <p:nvPr>
            <p:custDataLst>
              <p:tags r:id="rId8"/>
            </p:custDataLst>
          </p:nvPr>
        </p:nvSpPr>
        <p:spPr>
          <a:xfrm>
            <a:off x="1419225" y="4062095"/>
            <a:ext cx="514350" cy="514350"/>
          </a:xfrm>
          <a:prstGeom prst="rect">
            <a:avLst/>
          </a:prstGeom>
          <a:solidFill>
            <a:srgbClr val="00FF00"/>
          </a:solidFill>
          <a:ln w="254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p>
            <a:pPr indent="0" algn="ctr"/>
            <a:r>
              <a:rPr lang="zh-CN" altLang="en-US" sz="1600">
                <a:solidFill>
                  <a:srgbClr val="FFFFFF"/>
                </a:solidFill>
                <a:latin typeface="微软雅黑" panose="020B0503020204020204" charset="-122"/>
                <a:ea typeface="微软雅黑" panose="020B0503020204020204" charset="-122"/>
              </a:rPr>
              <a:t>C</a:t>
            </a:r>
            <a:endParaRPr lang="zh-CN" altLang="en-US" sz="1600">
              <a:solidFill>
                <a:srgbClr val="FFFFFF"/>
              </a:solidFill>
              <a:latin typeface="微软雅黑" panose="020B0503020204020204" charset="-122"/>
              <a:ea typeface="微软雅黑" panose="020B0503020204020204" charset="-122"/>
            </a:endParaRPr>
          </a:p>
        </p:txBody>
      </p:sp>
      <p:sp>
        <p:nvSpPr>
          <p:cNvPr id="11" name="矩形 10"/>
          <p:cNvSpPr>
            <a:spLocks noChangeAspect="1"/>
          </p:cNvSpPr>
          <p:nvPr>
            <p:custDataLst>
              <p:tags r:id="rId9"/>
            </p:custDataLst>
          </p:nvPr>
        </p:nvSpPr>
        <p:spPr>
          <a:xfrm>
            <a:off x="1419225" y="4919345"/>
            <a:ext cx="514350" cy="514350"/>
          </a:xfrm>
          <a:prstGeom prst="rect">
            <a:avLst/>
          </a:prstGeom>
          <a:solidFill>
            <a:srgbClr val="00FF00"/>
          </a:solidFill>
          <a:ln w="254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p>
            <a:pPr indent="0" algn="ctr"/>
            <a:r>
              <a:rPr lang="zh-CN" altLang="en-US" sz="1600">
                <a:solidFill>
                  <a:srgbClr val="FFFFFF"/>
                </a:solidFill>
                <a:latin typeface="微软雅黑" panose="020B0503020204020204" charset="-122"/>
                <a:ea typeface="微软雅黑" panose="020B0503020204020204" charset="-122"/>
              </a:rPr>
              <a:t>D</a:t>
            </a:r>
            <a:endParaRPr lang="zh-CN" altLang="en-US" sz="1600">
              <a:solidFill>
                <a:srgbClr val="FFFFFF"/>
              </a:solidFill>
              <a:latin typeface="微软雅黑" panose="020B0503020204020204" charset="-122"/>
              <a:ea typeface="微软雅黑" panose="020B0503020204020204" charset="-122"/>
            </a:endParaRPr>
          </a:p>
        </p:txBody>
      </p:sp>
      <p:sp>
        <p:nvSpPr>
          <p:cNvPr id="12" name="圆角矩形 11"/>
          <p:cNvSpPr/>
          <p:nvPr>
            <p:custDataLst>
              <p:tags r:id="rId10"/>
            </p:custDataLst>
          </p:nvPr>
        </p:nvSpPr>
        <p:spPr>
          <a:xfrm>
            <a:off x="8915400" y="6214745"/>
            <a:ext cx="1543050" cy="411480"/>
          </a:xfrm>
          <a:prstGeom prst="roundRect">
            <a:avLst/>
          </a:prstGeom>
          <a:solidFill>
            <a:srgbClr val="808080"/>
          </a:solidFill>
          <a:ln w="381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p>
            <a:pPr algn="ctr"/>
            <a:r>
              <a:rPr lang="zh-CN" altLang="en-US" sz="1600">
                <a:solidFill>
                  <a:srgbClr val="FFFFFF"/>
                </a:solidFill>
                <a:latin typeface="微软雅黑" panose="020B0503020204020204" charset="-122"/>
                <a:ea typeface="微软雅黑" panose="020B0503020204020204" charset="-122"/>
              </a:rPr>
              <a:t>提交</a:t>
            </a:r>
            <a:endParaRPr lang="zh-CN" altLang="en-US" sz="1600">
              <a:solidFill>
                <a:srgbClr val="FFFFFF"/>
              </a:solidFill>
              <a:latin typeface="微软雅黑" panose="020B0503020204020204" charset="-122"/>
              <a:ea typeface="微软雅黑" panose="020B0503020204020204" charset="-122"/>
            </a:endParaRPr>
          </a:p>
        </p:txBody>
      </p:sp>
      <p:grpSp>
        <p:nvGrpSpPr>
          <p:cNvPr id="17" name="组合 16"/>
          <p:cNvGrpSpPr/>
          <p:nvPr>
            <p:custDataLst>
              <p:tags r:id="rId11"/>
            </p:custDataLst>
          </p:nvPr>
        </p:nvGrpSpPr>
        <p:grpSpPr>
          <a:xfrm>
            <a:off x="0" y="0"/>
            <a:ext cx="12192000" cy="635000"/>
            <a:chOff x="0" y="0"/>
            <a:chExt cx="19200" cy="1000"/>
          </a:xfrm>
        </p:grpSpPr>
        <p:sp>
          <p:nvSpPr>
            <p:cNvPr id="13" name="TitleBackground"/>
            <p:cNvSpPr/>
            <p:nvPr>
              <p:custDataLst>
                <p:tags r:id="rId12"/>
              </p:custDataLst>
            </p:nvPr>
          </p:nvSpPr>
          <p:spPr>
            <a:xfrm>
              <a:off x="0" y="0"/>
              <a:ext cx="19200"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ColorBlock"/>
            <p:cNvSpPr/>
            <p:nvPr>
              <p:custDataLst>
                <p:tags r:id="rId13"/>
              </p:custDataLst>
            </p:nvPr>
          </p:nvSpPr>
          <p:spPr>
            <a:xfrm>
              <a:off x="0" y="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TypeText"/>
            <p:cNvSpPr txBox="1"/>
            <p:nvPr>
              <p:custDataLst>
                <p:tags r:id="rId14"/>
              </p:custDataLst>
            </p:nvPr>
          </p:nvSpPr>
          <p:spPr>
            <a:xfrm>
              <a:off x="400" y="0"/>
              <a:ext cx="3000" cy="1000"/>
            </a:xfrm>
            <a:prstGeom prst="rect">
              <a:avLst/>
            </a:prstGeom>
            <a:noFill/>
          </p:spPr>
          <p:txBody>
            <a:bodyPr wrap="non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多选题</a:t>
              </a:r>
              <a:endParaRPr lang="zh-CN" altLang="en-US" sz="2600">
                <a:solidFill>
                  <a:srgbClr val="000000"/>
                </a:solidFill>
                <a:latin typeface="微软雅黑" panose="020B0503020204020204" charset="-122"/>
                <a:ea typeface="微软雅黑" panose="020B0503020204020204" charset="-122"/>
              </a:endParaRPr>
            </a:p>
          </p:txBody>
        </p:sp>
        <p:sp>
          <p:nvSpPr>
            <p:cNvPr id="16" name="TipText"/>
            <p:cNvSpPr txBox="1"/>
            <p:nvPr>
              <p:custDataLst>
                <p:tags r:id="rId15"/>
              </p:custDataLst>
            </p:nvPr>
          </p:nvSpPr>
          <p:spPr>
            <a:xfrm>
              <a:off x="2248" y="172"/>
              <a:ext cx="3600" cy="800"/>
            </a:xfrm>
            <a:prstGeom prst="rect">
              <a:avLst/>
            </a:prstGeom>
            <a:noFill/>
          </p:spPr>
          <p:txBody>
            <a:bodyPr wrap="none" rtlCol="0" anchor="ctr" anchorCtr="0">
              <a:noAutofit/>
            </a:bodyPr>
            <a:p>
              <a:pPr lvl="0" algn="l">
                <a:buNone/>
              </a:pPr>
              <a:r>
                <a:rPr lang="en-US" altLang="en-US" sz="2000">
                  <a:solidFill>
                    <a:srgbClr val="808080"/>
                  </a:solidFill>
                  <a:latin typeface="微软雅黑" panose="020B0503020204020204" charset="-122"/>
                  <a:ea typeface="微软雅黑" panose="020B0503020204020204" charset="-122"/>
                  <a:cs typeface="微软雅黑" panose="020B0503020204020204" charset="-122"/>
                </a:rPr>
                <a:t>15</a:t>
              </a:r>
              <a:r>
                <a:rPr lang="zh-CN" altLang="en-US" sz="2000">
                  <a:solidFill>
                    <a:srgbClr val="808080"/>
                  </a:solidFill>
                  <a:latin typeface="微软雅黑" panose="020B0503020204020204" charset="-122"/>
                  <a:ea typeface="微软雅黑" panose="020B0503020204020204" charset="-122"/>
                  <a:cs typeface="微软雅黑" panose="020B0503020204020204" charset="-122"/>
                </a:rPr>
                <a:t>分</a:t>
              </a:r>
              <a:endParaRPr lang="zh-CN" altLang="en-US" sz="2000">
                <a:solidFill>
                  <a:srgbClr val="808080"/>
                </a:solidFill>
                <a:latin typeface="微软雅黑" panose="020B0503020204020204" charset="-122"/>
                <a:ea typeface="微软雅黑" panose="020B0503020204020204" charset="-122"/>
                <a:cs typeface="微软雅黑" panose="020B0503020204020204" charset="-122"/>
              </a:endParaRPr>
            </a:p>
          </p:txBody>
        </p:sp>
      </p:grpSp>
      <p:pic>
        <p:nvPicPr>
          <p:cNvPr id="2" name="图片 1" descr="tmp8C4C"/>
          <p:cNvPicPr>
            <a:picLocks noChangeAspect="1"/>
          </p:cNvPicPr>
          <p:nvPr>
            <p:custDataLst>
              <p:tags r:id="rId16"/>
            </p:custDataLst>
          </p:nvPr>
        </p:nvPicPr>
        <p:blipFill>
          <a:blip r:embed="rId17"/>
          <a:stretch>
            <a:fillRect/>
          </a:stretch>
        </p:blipFill>
        <p:spPr>
          <a:xfrm>
            <a:off x="10642600" y="63500"/>
            <a:ext cx="1422400" cy="508000"/>
          </a:xfrm>
          <a:prstGeom prst="rect">
            <a:avLst/>
          </a:prstGeom>
        </p:spPr>
      </p:pic>
    </p:spTree>
    <p:custDataLst>
      <p:tags r:id="rId18"/>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1"/>
        </a:blipFill>
        <a:effectLst/>
      </p:bgPr>
    </p:bg>
    <p:spTree>
      <p:nvGrpSpPr>
        <p:cNvPr id="1" name=""/>
        <p:cNvGrpSpPr/>
        <p:nvPr/>
      </p:nvGrpSpPr>
      <p:grpSpPr>
        <a:xfrm>
          <a:off x="0" y="0"/>
          <a:ext cx="0" cy="0"/>
          <a:chOff x="0" y="0"/>
          <a:chExt cx="0" cy="0"/>
        </a:xfrm>
      </p:grpSpPr>
      <p:sp>
        <p:nvSpPr>
          <p:cNvPr id="4100" name="文本框 4"/>
          <p:cNvSpPr txBox="1">
            <a:spLocks noChangeArrowheads="1"/>
          </p:cNvSpPr>
          <p:nvPr/>
        </p:nvSpPr>
        <p:spPr bwMode="auto">
          <a:xfrm>
            <a:off x="184150" y="160655"/>
            <a:ext cx="4390390" cy="460375"/>
          </a:xfrm>
          <a:prstGeom prst="rect">
            <a:avLst/>
          </a:prstGeom>
          <a:noFill/>
          <a:ln w="9525">
            <a:noFill/>
            <a:miter lim="800000"/>
          </a:ln>
          <a:effectLst>
            <a:outerShdw blurRad="50800" dist="38100" dir="5400000" algn="t" rotWithShape="0">
              <a:prstClr val="black">
                <a:alpha val="40000"/>
              </a:prstClr>
            </a:outerShdw>
          </a:effec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rPr>
              <a:t>Text Analysis</a:t>
            </a:r>
            <a:endPar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endParaRPr>
          </a:p>
        </p:txBody>
      </p:sp>
      <p:pic>
        <p:nvPicPr>
          <p:cNvPr id="44" name="图片 43">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l="10347" t="37811" r="43034" b="24326"/>
          <a:stretch>
            <a:fillRect/>
          </a:stretch>
        </p:blipFill>
        <p:spPr>
          <a:xfrm>
            <a:off x="11264265" y="174625"/>
            <a:ext cx="503555" cy="454660"/>
          </a:xfrm>
          <a:prstGeom prst="rect">
            <a:avLst/>
          </a:prstGeom>
        </p:spPr>
      </p:pic>
      <p:sp>
        <p:nvSpPr>
          <p:cNvPr id="46" name="内容占位符 2"/>
          <p:cNvSpPr>
            <a:spLocks noGrp="1"/>
          </p:cNvSpPr>
          <p:nvPr/>
        </p:nvSpPr>
        <p:spPr>
          <a:xfrm>
            <a:off x="1068705" y="975360"/>
            <a:ext cx="10561320" cy="4421505"/>
          </a:xfrm>
          <a:prstGeom prst="rect">
            <a:avLst/>
          </a:prstGeom>
          <a:noFill/>
          <a:ln w="9525">
            <a:noFill/>
            <a:miter lim="800000"/>
          </a:ln>
        </p:spPr>
        <p:txBody>
          <a:bodyPr vert="horz" wrap="square" lIns="91440" tIns="45720" rIns="91440" bIns="45720" numCol="1" anchor="t" anchorCtr="0" compatLnSpc="1"/>
          <a:lstStyle>
            <a:lvl1pPr marL="228600" indent="-22733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733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733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52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4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6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0045" indent="-360045" algn="just">
              <a:lnSpc>
                <a:spcPct val="120000"/>
              </a:lnSpc>
              <a:spcBef>
                <a:spcPts val="200"/>
              </a:spcBef>
              <a:buNone/>
            </a:pPr>
            <a:r>
              <a:rPr lang="en-US" altLang="zh-CN" b="1" dirty="0">
                <a:latin typeface="Calibri" panose="020F0502020204030204" charset="0"/>
                <a:cs typeface="Calibri" panose="020F0502020204030204" charset="0"/>
              </a:rPr>
              <a:t>	</a:t>
            </a:r>
            <a:r>
              <a:rPr lang="en-US" altLang="zh-CN" b="1" kern="0" spc="-180" dirty="0">
                <a:latin typeface="Calibri" panose="020F0502020204030204" charset="0"/>
                <a:cs typeface="Calibri" panose="020F0502020204030204" charset="0"/>
              </a:rPr>
              <a:t>The lesson which gradually </a:t>
            </a:r>
            <a:r>
              <a:rPr lang="en-US" altLang="zh-CN" b="1" kern="0" spc="-180" dirty="0">
                <a:solidFill>
                  <a:srgbClr val="FF0000"/>
                </a:solidFill>
                <a:latin typeface="Calibri" panose="020F0502020204030204" charset="0"/>
                <a:cs typeface="Calibri" panose="020F0502020204030204" charset="0"/>
              </a:rPr>
              <a:t>dawned on me</a:t>
            </a:r>
            <a:r>
              <a:rPr lang="en-US" altLang="zh-CN" b="1" kern="0" spc="-180" dirty="0">
                <a:latin typeface="Calibri" panose="020F0502020204030204" charset="0"/>
                <a:cs typeface="Calibri" panose="020F0502020204030204" charset="0"/>
              </a:rPr>
              <a:t> was actually very simple</a:t>
            </a:r>
            <a:r>
              <a:rPr lang="en-US" altLang="zh-CN" b="1" spc="-180" dirty="0">
                <a:latin typeface="Calibri" panose="020F0502020204030204" charset="0"/>
                <a:cs typeface="Calibri" panose="020F0502020204030204" charset="0"/>
              </a:rPr>
              <a:t>. </a:t>
            </a:r>
            <a:endParaRPr lang="en-US" altLang="zh-CN" b="1" spc="-180" dirty="0">
              <a:latin typeface="Calibri" panose="020F0502020204030204" charset="0"/>
              <a:cs typeface="Calibri" panose="020F0502020204030204" charset="0"/>
            </a:endParaRPr>
          </a:p>
          <a:p>
            <a:pPr marL="360045" indent="-360045" algn="just">
              <a:lnSpc>
                <a:spcPct val="120000"/>
              </a:lnSpc>
              <a:spcBef>
                <a:spcPts val="200"/>
              </a:spcBef>
              <a:buFont typeface="Wingdings" panose="05000000000000000000" pitchFamily="2" charset="2"/>
              <a:buChar char="Ø"/>
            </a:pPr>
            <a:r>
              <a:rPr lang="en-US" altLang="zh-CN" b="1" dirty="0">
                <a:latin typeface="Calibri" panose="020F0502020204030204" charset="0"/>
                <a:cs typeface="Calibri" panose="020F0502020204030204" charset="0"/>
                <a:sym typeface="+mn-ea"/>
              </a:rPr>
              <a:t>dawn on sb.:</a:t>
            </a:r>
            <a:r>
              <a:rPr lang="en-US" altLang="zh-CN" dirty="0">
                <a:latin typeface="Calibri" panose="020F0502020204030204" charset="0"/>
                <a:cs typeface="Calibri" panose="020F0502020204030204" charset="0"/>
                <a:sym typeface="+mn-ea"/>
              </a:rPr>
              <a:t> </a:t>
            </a:r>
            <a:r>
              <a:rPr lang="en-US" altLang="zh-CN">
                <a:latin typeface="Calibri" panose="020F0502020204030204" charset="0"/>
                <a:cs typeface="Calibri" panose="020F0502020204030204" charset="0"/>
                <a:sym typeface="+mn-ea"/>
              </a:rPr>
              <a:t>if sth dawns on you , you begin to realize it for the first time</a:t>
            </a:r>
            <a:r>
              <a:rPr lang="en-US" altLang="zh-CN">
                <a:latin typeface="华文楷体" panose="02010600040101010101" charset="-122"/>
                <a:ea typeface="华文楷体" panose="02010600040101010101" charset="-122"/>
                <a:cs typeface="Calibri" panose="020F0502020204030204" charset="0"/>
                <a:sym typeface="+mn-ea"/>
              </a:rPr>
              <a:t>使开始明白；使渐渐领悟；使开始理解</a:t>
            </a:r>
            <a:endParaRPr lang="en-US" altLang="zh-CN">
              <a:latin typeface="Calibri" panose="020F0502020204030204" charset="0"/>
              <a:cs typeface="Calibri" panose="020F0502020204030204" charset="0"/>
              <a:sym typeface="+mn-ea"/>
            </a:endParaRPr>
          </a:p>
          <a:p>
            <a:pPr marL="0" indent="0" algn="just">
              <a:lnSpc>
                <a:spcPct val="120000"/>
              </a:lnSpc>
              <a:spcBef>
                <a:spcPts val="200"/>
              </a:spcBef>
              <a:buFont typeface="Wingdings" panose="05000000000000000000" pitchFamily="2" charset="2"/>
              <a:buNone/>
            </a:pPr>
            <a:r>
              <a:rPr lang="en-US" altLang="zh-CN" dirty="0">
                <a:latin typeface="Calibri" panose="020F0502020204030204" charset="0"/>
                <a:cs typeface="Calibri" panose="020F0502020204030204" charset="0"/>
              </a:rPr>
              <a:t>1.</a:t>
            </a:r>
            <a:r>
              <a:rPr lang="zh-CN" altLang="en-US" dirty="0">
                <a:latin typeface="Calibri" panose="020F0502020204030204" charset="0"/>
                <a:cs typeface="Calibri" panose="020F0502020204030204" charset="0"/>
              </a:rPr>
              <a:t> </a:t>
            </a:r>
            <a:r>
              <a:rPr lang="en-US" altLang="zh-CN" dirty="0">
                <a:latin typeface="Calibri" panose="020F0502020204030204" charset="0"/>
                <a:cs typeface="Calibri" panose="020F0502020204030204" charset="0"/>
              </a:rPr>
              <a:t>The truth about the conspiracy slowly </a:t>
            </a:r>
            <a:r>
              <a:rPr lang="en-US" altLang="zh-CN" dirty="0">
                <a:solidFill>
                  <a:srgbClr val="FF0000"/>
                </a:solidFill>
                <a:latin typeface="Calibri" panose="020F0502020204030204" charset="0"/>
                <a:cs typeface="Calibri" panose="020F0502020204030204" charset="0"/>
              </a:rPr>
              <a:t>dawned on her</a:t>
            </a:r>
            <a:r>
              <a:rPr lang="en-US" altLang="zh-CN" dirty="0">
                <a:latin typeface="Calibri" panose="020F0502020204030204" charset="0"/>
                <a:cs typeface="Calibri" panose="020F0502020204030204" charset="0"/>
              </a:rPr>
              <a:t> as she pieced together the clues.</a:t>
            </a:r>
            <a:endParaRPr lang="en-US" altLang="zh-CN" dirty="0">
              <a:latin typeface="Calibri" panose="020F0502020204030204" charset="0"/>
              <a:cs typeface="Calibri" panose="020F0502020204030204" charset="0"/>
            </a:endParaRPr>
          </a:p>
          <a:p>
            <a:pPr marL="0" indent="0" algn="just">
              <a:lnSpc>
                <a:spcPct val="120000"/>
              </a:lnSpc>
              <a:spcBef>
                <a:spcPts val="200"/>
              </a:spcBef>
              <a:buFont typeface="Wingdings" panose="05000000000000000000" pitchFamily="2" charset="2"/>
              <a:buNone/>
            </a:pPr>
            <a:r>
              <a:rPr lang="en-US" altLang="zh-CN" dirty="0">
                <a:latin typeface="华文楷体" panose="02010600040101010101" charset="-122"/>
                <a:ea typeface="华文楷体" panose="02010600040101010101" charset="-122"/>
                <a:cs typeface="Calibri" panose="020F0502020204030204" charset="0"/>
              </a:rPr>
              <a:t>关于这个阴谋的真相随着她拼凑线索慢慢浮现在她的脑海中</a:t>
            </a:r>
            <a:r>
              <a:rPr lang="zh-CN" altLang="en-US" dirty="0">
                <a:latin typeface="华文楷体" panose="02010600040101010101" charset="-122"/>
                <a:ea typeface="华文楷体" panose="02010600040101010101" charset="-122"/>
                <a:cs typeface="Calibri" panose="020F0502020204030204" charset="0"/>
              </a:rPr>
              <a:t>。</a:t>
            </a:r>
            <a:endParaRPr lang="zh-CN" altLang="en-US" dirty="0">
              <a:latin typeface="华文楷体" panose="02010600040101010101" charset="-122"/>
              <a:ea typeface="华文楷体" panose="02010600040101010101" charset="-122"/>
              <a:cs typeface="Calibri" panose="020F0502020204030204" charset="0"/>
            </a:endParaRPr>
          </a:p>
          <a:p>
            <a:pPr marL="0" indent="0" algn="just">
              <a:lnSpc>
                <a:spcPct val="120000"/>
              </a:lnSpc>
              <a:spcBef>
                <a:spcPts val="200"/>
              </a:spcBef>
              <a:buFont typeface="Wingdings" panose="05000000000000000000" pitchFamily="2" charset="2"/>
              <a:buNone/>
            </a:pPr>
            <a:r>
              <a:rPr lang="en-US" altLang="zh-CN" dirty="0">
                <a:latin typeface="Calibri" panose="020F0502020204030204" charset="0"/>
                <a:cs typeface="Calibri" panose="020F0502020204030204" charset="0"/>
              </a:rPr>
              <a:t>2. </a:t>
            </a:r>
            <a:r>
              <a:rPr lang="en-US" altLang="zh-CN" dirty="0">
                <a:solidFill>
                  <a:srgbClr val="FF0000"/>
                </a:solidFill>
                <a:latin typeface="Calibri" panose="020F0502020204030204" charset="0"/>
                <a:cs typeface="Calibri" panose="020F0502020204030204" charset="0"/>
              </a:rPr>
              <a:t>It dawned on</a:t>
            </a:r>
            <a:r>
              <a:rPr lang="en-US" altLang="zh-CN" dirty="0">
                <a:latin typeface="Calibri" panose="020F0502020204030204" charset="0"/>
                <a:cs typeface="Calibri" panose="020F0502020204030204" charset="0"/>
              </a:rPr>
              <a:t> them </a:t>
            </a:r>
            <a:r>
              <a:rPr lang="en-US" altLang="zh-CN" dirty="0">
                <a:solidFill>
                  <a:srgbClr val="FF0000"/>
                </a:solidFill>
                <a:latin typeface="Calibri" panose="020F0502020204030204" charset="0"/>
                <a:cs typeface="Calibri" panose="020F0502020204030204" charset="0"/>
              </a:rPr>
              <a:t>that</a:t>
            </a:r>
            <a:r>
              <a:rPr lang="en-US" altLang="zh-CN" dirty="0">
                <a:latin typeface="Calibri" panose="020F0502020204030204" charset="0"/>
                <a:cs typeface="Calibri" panose="020F0502020204030204" charset="0"/>
              </a:rPr>
              <a:t> they had been following the wrong map.</a:t>
            </a:r>
            <a:endParaRPr lang="en-US" altLang="zh-CN" dirty="0">
              <a:latin typeface="Calibri" panose="020F0502020204030204" charset="0"/>
              <a:cs typeface="Calibri" panose="020F0502020204030204" charset="0"/>
            </a:endParaRPr>
          </a:p>
          <a:p>
            <a:pPr marL="0" indent="0" algn="just">
              <a:lnSpc>
                <a:spcPct val="120000"/>
              </a:lnSpc>
              <a:spcBef>
                <a:spcPts val="200"/>
              </a:spcBef>
              <a:buFont typeface="Wingdings" panose="05000000000000000000" pitchFamily="2" charset="2"/>
              <a:buNone/>
            </a:pPr>
            <a:r>
              <a:rPr lang="en-US" altLang="zh-CN" dirty="0">
                <a:latin typeface="华文楷体" panose="02010600040101010101" charset="-122"/>
                <a:ea typeface="华文楷体" panose="02010600040101010101" charset="-122"/>
                <a:cs typeface="Calibri" panose="020F0502020204030204" charset="0"/>
              </a:rPr>
              <a:t>他们逐渐意识到一直在跟着错误的地图走。</a:t>
            </a:r>
            <a:endParaRPr kumimoji="0" lang="en-US" altLang="zh-CN" sz="2800" b="0" i="0" u="none" strike="noStrike" kern="1200" cap="none" spc="0" normalizeH="0" baseline="0" noProof="0" dirty="0">
              <a:ln>
                <a:noFill/>
              </a:ln>
              <a:solidFill>
                <a:prstClr val="black"/>
              </a:solidFill>
              <a:effectLst/>
              <a:uLnTx/>
              <a:uFillTx/>
              <a:latin typeface="Calibri" panose="020F0502020204030204" charset="0"/>
              <a:ea typeface="宋体" panose="02010600030101010101" pitchFamily="2" charset="-122"/>
              <a:cs typeface="Calibri" panose="020F0502020204030204" charset="0"/>
            </a:endParaRPr>
          </a:p>
        </p:txBody>
      </p:sp>
      <p:sp>
        <p:nvSpPr>
          <p:cNvPr id="2" name="文本框 1"/>
          <p:cNvSpPr txBox="1"/>
          <p:nvPr/>
        </p:nvSpPr>
        <p:spPr>
          <a:xfrm>
            <a:off x="3136265" y="160655"/>
            <a:ext cx="7864475" cy="521970"/>
          </a:xfrm>
          <a:prstGeom prst="rect">
            <a:avLst/>
          </a:prstGeom>
          <a:noFill/>
        </p:spPr>
        <p:txBody>
          <a:bodyPr wrap="square" rtlCol="0" anchor="t">
            <a:spAutoFit/>
          </a:bodyPr>
          <a:p>
            <a:pPr marL="360045" marR="0" lvl="0" indent="-360045" algn="just" defTabSz="914400" rtl="0" eaLnBrk="1" fontAlgn="base" latinLnBrk="0" hangingPunct="1">
              <a:lnSpc>
                <a:spcPct val="100000"/>
              </a:lnSpc>
              <a:spcBef>
                <a:spcPts val="900"/>
              </a:spcBef>
              <a:spcAft>
                <a:spcPct val="0"/>
              </a:spcAft>
              <a:buClrTx/>
              <a:buSzTx/>
              <a:buFont typeface="Arial" panose="020B0604020202020204" pitchFamily="34" charset="0"/>
              <a:buNone/>
              <a:defRPr/>
            </a:pPr>
            <a:r>
              <a:rPr lang="en-US" altLang="zh-CN" sz="2800" b="1" noProof="0" dirty="0">
                <a:ln>
                  <a:noFill/>
                </a:ln>
                <a:solidFill>
                  <a:sysClr val="windowText" lastClr="000000"/>
                </a:solidFill>
                <a:effectLst/>
                <a:uLnTx/>
                <a:uFillTx/>
                <a:latin typeface="Arial Narrow" panose="020B0606020202030204" charset="0"/>
                <a:ea typeface="宋体" panose="02010600030101010101" pitchFamily="2" charset="-122"/>
                <a:cs typeface="Arial Narrow" panose="020B0606020202030204" charset="0"/>
                <a:sym typeface="+mn-ea"/>
              </a:rPr>
              <a:t>The author’s</a:t>
            </a:r>
            <a:r>
              <a:rPr lang="zh-CN" altLang="en-US" sz="2800" b="1" noProof="0" dirty="0">
                <a:ln>
                  <a:noFill/>
                </a:ln>
                <a:solidFill>
                  <a:sysClr val="windowText" lastClr="000000"/>
                </a:solidFill>
                <a:effectLst/>
                <a:uLnTx/>
                <a:uFillTx/>
                <a:latin typeface="Arial Narrow" panose="020B0606020202030204" charset="0"/>
                <a:ea typeface="宋体" panose="02010600030101010101" pitchFamily="2" charset="-122"/>
                <a:cs typeface="Arial Narrow" panose="020B0606020202030204" charset="0"/>
                <a:sym typeface="+mn-ea"/>
              </a:rPr>
              <a:t> </a:t>
            </a:r>
            <a:r>
              <a:rPr lang="en-US" altLang="zh-CN" sz="2800" b="1" noProof="0" dirty="0">
                <a:ln>
                  <a:noFill/>
                </a:ln>
                <a:solidFill>
                  <a:sysClr val="windowText" lastClr="000000"/>
                </a:solidFill>
                <a:effectLst/>
                <a:uLnTx/>
                <a:uFillTx/>
                <a:latin typeface="Arial Narrow" panose="020B0606020202030204" charset="0"/>
                <a:ea typeface="宋体" panose="02010600030101010101" pitchFamily="2" charset="-122"/>
                <a:cs typeface="Arial Narrow" panose="020B0606020202030204" charset="0"/>
                <a:sym typeface="+mn-ea"/>
              </a:rPr>
              <a:t>reflections</a:t>
            </a:r>
            <a:r>
              <a:rPr lang="zh-CN" altLang="en-US" sz="2800" b="1" noProof="0" dirty="0">
                <a:ln>
                  <a:noFill/>
                </a:ln>
                <a:solidFill>
                  <a:sysClr val="windowText" lastClr="000000"/>
                </a:solidFill>
                <a:effectLst/>
                <a:uLnTx/>
                <a:uFillTx/>
                <a:latin typeface="Arial Narrow" panose="020B0606020202030204" charset="0"/>
                <a:ea typeface="宋体" panose="02010600030101010101" pitchFamily="2" charset="-122"/>
                <a:cs typeface="Arial Narrow" panose="020B0606020202030204" charset="0"/>
                <a:sym typeface="+mn-ea"/>
              </a:rPr>
              <a:t> </a:t>
            </a:r>
            <a:r>
              <a:rPr lang="en-US" altLang="zh-CN" sz="2800" b="1" noProof="0" dirty="0">
                <a:ln>
                  <a:noFill/>
                </a:ln>
                <a:solidFill>
                  <a:sysClr val="windowText" lastClr="000000"/>
                </a:solidFill>
                <a:effectLst/>
                <a:uLnTx/>
                <a:uFillTx/>
                <a:latin typeface="Arial Narrow" panose="020B0606020202030204" charset="0"/>
                <a:ea typeface="宋体" panose="02010600030101010101" pitchFamily="2" charset="-122"/>
                <a:cs typeface="Arial Narrow" panose="020B0606020202030204" charset="0"/>
                <a:sym typeface="+mn-ea"/>
              </a:rPr>
              <a:t>on</a:t>
            </a:r>
            <a:r>
              <a:rPr lang="zh-CN" altLang="en-US" sz="2800" b="1" noProof="0" dirty="0">
                <a:ln>
                  <a:noFill/>
                </a:ln>
                <a:solidFill>
                  <a:sysClr val="windowText" lastClr="000000"/>
                </a:solidFill>
                <a:effectLst/>
                <a:uLnTx/>
                <a:uFillTx/>
                <a:latin typeface="Arial Narrow" panose="020B0606020202030204" charset="0"/>
                <a:ea typeface="宋体" panose="02010600030101010101" pitchFamily="2" charset="-122"/>
                <a:cs typeface="Arial Narrow" panose="020B0606020202030204" charset="0"/>
                <a:sym typeface="+mn-ea"/>
              </a:rPr>
              <a:t> </a:t>
            </a:r>
            <a:r>
              <a:rPr lang="en-US" altLang="zh-CN" sz="2800" b="1" noProof="0" dirty="0">
                <a:ln>
                  <a:noFill/>
                </a:ln>
                <a:solidFill>
                  <a:sysClr val="windowText" lastClr="000000"/>
                </a:solidFill>
                <a:effectLst/>
                <a:uLnTx/>
                <a:uFillTx/>
                <a:latin typeface="Arial Narrow" panose="020B0606020202030204" charset="0"/>
                <a:ea typeface="宋体" panose="02010600030101010101" pitchFamily="2" charset="-122"/>
                <a:cs typeface="Arial Narrow" panose="020B0606020202030204" charset="0"/>
                <a:sym typeface="+mn-ea"/>
              </a:rPr>
              <a:t>his</a:t>
            </a:r>
            <a:r>
              <a:rPr lang="zh-CN" altLang="en-US" sz="2800" b="1" noProof="0" dirty="0">
                <a:ln>
                  <a:noFill/>
                </a:ln>
                <a:solidFill>
                  <a:sysClr val="windowText" lastClr="000000"/>
                </a:solidFill>
                <a:effectLst/>
                <a:uLnTx/>
                <a:uFillTx/>
                <a:latin typeface="Arial Narrow" panose="020B0606020202030204" charset="0"/>
                <a:ea typeface="宋体" panose="02010600030101010101" pitchFamily="2" charset="-122"/>
                <a:cs typeface="Arial Narrow" panose="020B0606020202030204" charset="0"/>
                <a:sym typeface="+mn-ea"/>
              </a:rPr>
              <a:t> </a:t>
            </a:r>
            <a:r>
              <a:rPr lang="en-US" altLang="zh-CN" sz="2800" b="1" noProof="0" dirty="0">
                <a:ln>
                  <a:noFill/>
                </a:ln>
                <a:solidFill>
                  <a:sysClr val="windowText" lastClr="000000"/>
                </a:solidFill>
                <a:effectLst/>
                <a:uLnTx/>
                <a:uFillTx/>
                <a:latin typeface="Arial Narrow" panose="020B0606020202030204" charset="0"/>
                <a:ea typeface="宋体" panose="02010600030101010101" pitchFamily="2" charset="-122"/>
                <a:cs typeface="Arial Narrow" panose="020B0606020202030204" charset="0"/>
                <a:sym typeface="+mn-ea"/>
              </a:rPr>
              <a:t>experience</a:t>
            </a:r>
            <a:r>
              <a:rPr lang="zh-CN" altLang="en-US" sz="2800" b="1" noProof="0" dirty="0">
                <a:ln>
                  <a:noFill/>
                </a:ln>
                <a:solidFill>
                  <a:sysClr val="windowText" lastClr="000000"/>
                </a:solidFill>
                <a:effectLst/>
                <a:uLnTx/>
                <a:uFillTx/>
                <a:latin typeface="Arial Narrow" panose="020B0606020202030204" charset="0"/>
                <a:ea typeface="宋体" panose="02010600030101010101" pitchFamily="2" charset="-122"/>
                <a:cs typeface="Arial Narrow" panose="020B0606020202030204" charset="0"/>
                <a:sym typeface="+mn-ea"/>
              </a:rPr>
              <a:t> </a:t>
            </a:r>
            <a:r>
              <a:rPr lang="en-US" altLang="zh-CN" sz="2800" b="1" noProof="0" dirty="0">
                <a:ln>
                  <a:noFill/>
                </a:ln>
                <a:solidFill>
                  <a:sysClr val="windowText" lastClr="000000"/>
                </a:solidFill>
                <a:effectLst/>
                <a:uLnTx/>
                <a:uFillTx/>
                <a:latin typeface="Arial Narrow" panose="020B0606020202030204" charset="0"/>
                <a:ea typeface="宋体" panose="02010600030101010101" pitchFamily="2" charset="-122"/>
                <a:cs typeface="Arial Narrow" panose="020B0606020202030204" charset="0"/>
                <a:sym typeface="+mn-ea"/>
              </a:rPr>
              <a:t>(paras. </a:t>
            </a:r>
            <a:r>
              <a:rPr lang="en-US" altLang="zh-CN" sz="2800" b="1" dirty="0">
                <a:solidFill>
                  <a:sysClr val="windowText" lastClr="000000"/>
                </a:solidFill>
                <a:latin typeface="Arial Narrow" panose="020B0606020202030204" charset="0"/>
                <a:ea typeface="宋体" panose="02010600030101010101" pitchFamily="2" charset="-122"/>
                <a:cs typeface="Arial Narrow" panose="020B0606020202030204" charset="0"/>
                <a:sym typeface="+mn-ea"/>
              </a:rPr>
              <a:t>5</a:t>
            </a:r>
            <a:r>
              <a:rPr lang="en-US" altLang="zh-CN" sz="2800" b="1" noProof="0" dirty="0">
                <a:ln>
                  <a:noFill/>
                </a:ln>
                <a:solidFill>
                  <a:sysClr val="windowText" lastClr="000000"/>
                </a:solidFill>
                <a:effectLst/>
                <a:uLnTx/>
                <a:uFillTx/>
                <a:latin typeface="Arial Narrow" panose="020B0606020202030204" charset="0"/>
                <a:ea typeface="宋体" panose="02010600030101010101" pitchFamily="2" charset="-122"/>
                <a:cs typeface="Arial Narrow" panose="020B0606020202030204" charset="0"/>
                <a:sym typeface="+mn-ea"/>
              </a:rPr>
              <a:t>–7) </a:t>
            </a:r>
            <a:endParaRPr lang="en-US" altLang="zh-CN" sz="2800" b="1" noProof="0" dirty="0">
              <a:ln>
                <a:noFill/>
              </a:ln>
              <a:solidFill>
                <a:sysClr val="windowText" lastClr="000000"/>
              </a:solidFill>
              <a:effectLst/>
              <a:uLnTx/>
              <a:uFillTx/>
              <a:latin typeface="Arial Narrow" panose="020B0606020202030204" charset="0"/>
              <a:ea typeface="宋体" panose="02010600030101010101" pitchFamily="2" charset="-122"/>
              <a:cs typeface="Arial Narrow" panose="020B0606020202030204" charset="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6">
                                            <p:txEl>
                                              <p:pRg st="1" end="1"/>
                                            </p:txEl>
                                          </p:spTgt>
                                        </p:tgtEl>
                                        <p:attrNameLst>
                                          <p:attrName>style.visibility</p:attrName>
                                        </p:attrNameLst>
                                      </p:cBhvr>
                                      <p:to>
                                        <p:strVal val="visible"/>
                                      </p:to>
                                    </p:set>
                                    <p:animEffect transition="in" filter="dissolve">
                                      <p:cBhvr>
                                        <p:cTn id="7" dur="500"/>
                                        <p:tgtEl>
                                          <p:spTgt spid="4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6">
                                            <p:txEl>
                                              <p:pRg st="2" end="2"/>
                                            </p:txEl>
                                          </p:spTgt>
                                        </p:tgtEl>
                                        <p:attrNameLst>
                                          <p:attrName>style.visibility</p:attrName>
                                        </p:attrNameLst>
                                      </p:cBhvr>
                                      <p:to>
                                        <p:strVal val="visible"/>
                                      </p:to>
                                    </p:set>
                                    <p:animEffect transition="in" filter="dissolve">
                                      <p:cBhvr>
                                        <p:cTn id="12" dur="500"/>
                                        <p:tgtEl>
                                          <p:spTgt spid="4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6">
                                            <p:txEl>
                                              <p:pRg st="3" end="3"/>
                                            </p:txEl>
                                          </p:spTgt>
                                        </p:tgtEl>
                                        <p:attrNameLst>
                                          <p:attrName>style.visibility</p:attrName>
                                        </p:attrNameLst>
                                      </p:cBhvr>
                                      <p:to>
                                        <p:strVal val="visible"/>
                                      </p:to>
                                    </p:set>
                                    <p:animEffect transition="in" filter="dissolve">
                                      <p:cBhvr>
                                        <p:cTn id="17" dur="500"/>
                                        <p:tgtEl>
                                          <p:spTgt spid="46">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46">
                                            <p:txEl>
                                              <p:pRg st="4" end="4"/>
                                            </p:txEl>
                                          </p:spTgt>
                                        </p:tgtEl>
                                        <p:attrNameLst>
                                          <p:attrName>style.visibility</p:attrName>
                                        </p:attrNameLst>
                                      </p:cBhvr>
                                      <p:to>
                                        <p:strVal val="visible"/>
                                      </p:to>
                                    </p:set>
                                    <p:animEffect transition="in" filter="dissolve">
                                      <p:cBhvr>
                                        <p:cTn id="22" dur="500"/>
                                        <p:tgtEl>
                                          <p:spTgt spid="46">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46">
                                            <p:txEl>
                                              <p:pRg st="5" end="5"/>
                                            </p:txEl>
                                          </p:spTgt>
                                        </p:tgtEl>
                                        <p:attrNameLst>
                                          <p:attrName>style.visibility</p:attrName>
                                        </p:attrNameLst>
                                      </p:cBhvr>
                                      <p:to>
                                        <p:strVal val="visible"/>
                                      </p:to>
                                    </p:set>
                                    <p:animEffect transition="in" filter="dissolve">
                                      <p:cBhvr>
                                        <p:cTn id="27" dur="500"/>
                                        <p:tgtEl>
                                          <p:spTgt spid="4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1219200" y="635000"/>
            <a:ext cx="9753600" cy="2143125"/>
          </a:xfrm>
          <a:prstGeom prst="rect">
            <a:avLst/>
          </a:prstGeom>
          <a:noFill/>
        </p:spPr>
        <p:txBody>
          <a:bodyPr wrap="square" rtlCol="0" anchor="ctr" anchorCtr="0">
            <a:noAutofit/>
          </a:bodyPr>
          <a:p>
            <a:pPr lvl="0" algn="l">
              <a:buNone/>
            </a:pPr>
            <a:r>
              <a:rPr lang="en-US" altLang="zh-CN" sz="2600">
                <a:solidFill>
                  <a:srgbClr val="000000"/>
                </a:solidFill>
                <a:latin typeface="微软雅黑" panose="020B0503020204020204" charset="-122"/>
                <a:ea typeface="微软雅黑" panose="020B0503020204020204" charset="-122"/>
              </a:rPr>
              <a:t>Make a sentence with “dawn on sb.”</a:t>
            </a:r>
            <a:endParaRPr lang="en-US" altLang="zh-CN" sz="2600">
              <a:solidFill>
                <a:srgbClr val="000000"/>
              </a:solidFill>
              <a:latin typeface="微软雅黑" panose="020B0503020204020204" charset="-122"/>
              <a:ea typeface="微软雅黑" panose="020B0503020204020204" charset="-122"/>
            </a:endParaRPr>
          </a:p>
        </p:txBody>
      </p:sp>
      <p:sp>
        <p:nvSpPr>
          <p:cNvPr id="4" name="圆角矩形 3"/>
          <p:cNvSpPr/>
          <p:nvPr>
            <p:custDataLst>
              <p:tags r:id="rId2"/>
            </p:custDataLst>
          </p:nvPr>
        </p:nvSpPr>
        <p:spPr>
          <a:xfrm>
            <a:off x="8915400" y="6214745"/>
            <a:ext cx="1543050" cy="411480"/>
          </a:xfrm>
          <a:prstGeom prst="roundRect">
            <a:avLst/>
          </a:prstGeom>
          <a:solidFill>
            <a:srgbClr val="808080"/>
          </a:solidFill>
          <a:ln w="381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p>
            <a:pPr algn="ctr"/>
            <a:r>
              <a:rPr lang="zh-CN" altLang="en-US" sz="1600">
                <a:solidFill>
                  <a:srgbClr val="FFFFFF"/>
                </a:solidFill>
                <a:latin typeface="微软雅黑" panose="020B0503020204020204" charset="-122"/>
                <a:ea typeface="微软雅黑" panose="020B0503020204020204" charset="-122"/>
              </a:rPr>
              <a:t>作答</a:t>
            </a:r>
            <a:endParaRPr lang="zh-CN" altLang="en-US" sz="1600">
              <a:solidFill>
                <a:srgbClr val="FFFFFF"/>
              </a:solidFill>
              <a:latin typeface="微软雅黑" panose="020B0503020204020204" charset="-122"/>
              <a:ea typeface="微软雅黑" panose="020B0503020204020204" charset="-122"/>
            </a:endParaRPr>
          </a:p>
        </p:txBody>
      </p:sp>
      <p:sp>
        <p:nvSpPr>
          <p:cNvPr id="10" name="文本框 9"/>
          <p:cNvSpPr txBox="1"/>
          <p:nvPr/>
        </p:nvSpPr>
        <p:spPr>
          <a:xfrm>
            <a:off x="874395" y="2435860"/>
            <a:ext cx="6788785" cy="2183765"/>
          </a:xfrm>
          <a:prstGeom prst="rect">
            <a:avLst/>
          </a:prstGeom>
          <a:noFill/>
        </p:spPr>
        <p:txBody>
          <a:bodyPr wrap="square" rtlCol="0" anchor="t">
            <a:spAutoFit/>
          </a:bodyPr>
          <a:p>
            <a:pPr marL="0" indent="0" algn="just">
              <a:lnSpc>
                <a:spcPct val="120000"/>
              </a:lnSpc>
              <a:spcBef>
                <a:spcPts val="200"/>
              </a:spcBef>
              <a:buFont typeface="Wingdings" panose="05000000000000000000" pitchFamily="2" charset="2"/>
              <a:buNone/>
            </a:pPr>
            <a:r>
              <a:rPr lang="en-US" altLang="zh-CN" sz="2800" dirty="0">
                <a:latin typeface="Arial Narrow" panose="020B0606020202030204" charset="0"/>
                <a:cs typeface="Arial Narrow" panose="020B0606020202030204" charset="0"/>
                <a:sym typeface="+mn-ea"/>
              </a:rPr>
              <a:t>1.</a:t>
            </a:r>
            <a:r>
              <a:rPr lang="zh-CN" altLang="en-US" sz="2800" dirty="0">
                <a:latin typeface="Arial Narrow" panose="020B0606020202030204" charset="0"/>
                <a:cs typeface="Arial Narrow" panose="020B0606020202030204" charset="0"/>
                <a:sym typeface="+mn-ea"/>
              </a:rPr>
              <a:t> </a:t>
            </a:r>
            <a:r>
              <a:rPr lang="en-US" altLang="zh-CN" sz="2800" dirty="0">
                <a:latin typeface="Arial Narrow" panose="020B0606020202030204" charset="0"/>
                <a:cs typeface="Arial Narrow" panose="020B0606020202030204" charset="0"/>
                <a:sym typeface="+mn-ea"/>
              </a:rPr>
              <a:t>The truth about the conspiracy slowly </a:t>
            </a:r>
            <a:r>
              <a:rPr lang="en-US" altLang="zh-CN" sz="2800" dirty="0">
                <a:solidFill>
                  <a:srgbClr val="FF0000"/>
                </a:solidFill>
                <a:latin typeface="Arial Narrow" panose="020B0606020202030204" charset="0"/>
                <a:cs typeface="Arial Narrow" panose="020B0606020202030204" charset="0"/>
                <a:sym typeface="+mn-ea"/>
              </a:rPr>
              <a:t>dawned on her</a:t>
            </a:r>
            <a:r>
              <a:rPr lang="en-US" altLang="zh-CN" sz="2800" dirty="0">
                <a:latin typeface="Arial Narrow" panose="020B0606020202030204" charset="0"/>
                <a:cs typeface="Arial Narrow" panose="020B0606020202030204" charset="0"/>
                <a:sym typeface="+mn-ea"/>
              </a:rPr>
              <a:t> as she pieced together the clues.</a:t>
            </a:r>
            <a:endParaRPr lang="en-US" altLang="zh-CN" sz="2800" dirty="0">
              <a:latin typeface="Arial Narrow" panose="020B0606020202030204" charset="0"/>
              <a:cs typeface="Arial Narrow" panose="020B0606020202030204" charset="0"/>
            </a:endParaRPr>
          </a:p>
          <a:p>
            <a:pPr marL="0" indent="0" algn="just">
              <a:lnSpc>
                <a:spcPct val="120000"/>
              </a:lnSpc>
              <a:spcBef>
                <a:spcPts val="200"/>
              </a:spcBef>
              <a:buFont typeface="Wingdings" panose="05000000000000000000" pitchFamily="2" charset="2"/>
              <a:buNone/>
            </a:pPr>
            <a:r>
              <a:rPr lang="en-US" altLang="zh-CN" sz="2800" dirty="0">
                <a:latin typeface="Arial Narrow" panose="020B0606020202030204" charset="0"/>
                <a:cs typeface="Arial Narrow" panose="020B0606020202030204" charset="0"/>
                <a:sym typeface="+mn-ea"/>
              </a:rPr>
              <a:t>2. </a:t>
            </a:r>
            <a:r>
              <a:rPr lang="en-US" altLang="zh-CN" sz="2800" dirty="0">
                <a:solidFill>
                  <a:srgbClr val="FF0000"/>
                </a:solidFill>
                <a:latin typeface="Arial Narrow" panose="020B0606020202030204" charset="0"/>
                <a:cs typeface="Arial Narrow" panose="020B0606020202030204" charset="0"/>
                <a:sym typeface="+mn-ea"/>
              </a:rPr>
              <a:t>It dawned on</a:t>
            </a:r>
            <a:r>
              <a:rPr lang="en-US" altLang="zh-CN" sz="2800" dirty="0">
                <a:latin typeface="Arial Narrow" panose="020B0606020202030204" charset="0"/>
                <a:cs typeface="Arial Narrow" panose="020B0606020202030204" charset="0"/>
                <a:sym typeface="+mn-ea"/>
              </a:rPr>
              <a:t> them </a:t>
            </a:r>
            <a:r>
              <a:rPr lang="en-US" altLang="zh-CN" sz="2800" dirty="0">
                <a:solidFill>
                  <a:srgbClr val="FF0000"/>
                </a:solidFill>
                <a:latin typeface="Arial Narrow" panose="020B0606020202030204" charset="0"/>
                <a:cs typeface="Arial Narrow" panose="020B0606020202030204" charset="0"/>
                <a:sym typeface="+mn-ea"/>
              </a:rPr>
              <a:t>that</a:t>
            </a:r>
            <a:r>
              <a:rPr lang="en-US" altLang="zh-CN" sz="2800" dirty="0">
                <a:latin typeface="Arial Narrow" panose="020B0606020202030204" charset="0"/>
                <a:cs typeface="Arial Narrow" panose="020B0606020202030204" charset="0"/>
                <a:sym typeface="+mn-ea"/>
              </a:rPr>
              <a:t> they had been following the wrong map.</a:t>
            </a:r>
            <a:endParaRPr lang="en-US" altLang="zh-CN" sz="2800" dirty="0">
              <a:latin typeface="Arial Narrow" panose="020B0606020202030204" charset="0"/>
              <a:cs typeface="Arial Narrow" panose="020B0606020202030204" charset="0"/>
              <a:sym typeface="+mn-ea"/>
            </a:endParaRPr>
          </a:p>
        </p:txBody>
      </p:sp>
      <p:pic>
        <p:nvPicPr>
          <p:cNvPr id="11" name="图片 10"/>
          <p:cNvPicPr/>
          <p:nvPr/>
        </p:nvPicPr>
        <p:blipFill>
          <a:blip r:embed="rId3"/>
          <a:stretch>
            <a:fillRect/>
          </a:stretch>
        </p:blipFill>
        <p:spPr>
          <a:xfrm>
            <a:off x="8327390" y="2435860"/>
            <a:ext cx="3329940" cy="1805940"/>
          </a:xfrm>
          <a:prstGeom prst="rect">
            <a:avLst/>
          </a:prstGeom>
        </p:spPr>
      </p:pic>
      <p:grpSp>
        <p:nvGrpSpPr>
          <p:cNvPr id="9" name="组合 8"/>
          <p:cNvGrpSpPr/>
          <p:nvPr>
            <p:custDataLst>
              <p:tags r:id="rId4"/>
            </p:custDataLst>
          </p:nvPr>
        </p:nvGrpSpPr>
        <p:grpSpPr>
          <a:xfrm>
            <a:off x="0" y="0"/>
            <a:ext cx="12192000" cy="635000"/>
            <a:chOff x="0" y="0"/>
            <a:chExt cx="19200" cy="1000"/>
          </a:xfrm>
        </p:grpSpPr>
        <p:sp>
          <p:nvSpPr>
            <p:cNvPr id="5" name="TitleBackground"/>
            <p:cNvSpPr/>
            <p:nvPr>
              <p:custDataLst>
                <p:tags r:id="rId5"/>
              </p:custDataLst>
            </p:nvPr>
          </p:nvSpPr>
          <p:spPr>
            <a:xfrm>
              <a:off x="0" y="0"/>
              <a:ext cx="19200"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ColorBlock"/>
            <p:cNvSpPr/>
            <p:nvPr>
              <p:custDataLst>
                <p:tags r:id="rId6"/>
              </p:custDataLst>
            </p:nvPr>
          </p:nvSpPr>
          <p:spPr>
            <a:xfrm>
              <a:off x="0" y="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TypeText"/>
            <p:cNvSpPr txBox="1"/>
            <p:nvPr>
              <p:custDataLst>
                <p:tags r:id="rId7"/>
              </p:custDataLst>
            </p:nvPr>
          </p:nvSpPr>
          <p:spPr>
            <a:xfrm>
              <a:off x="400" y="0"/>
              <a:ext cx="3000" cy="1000"/>
            </a:xfrm>
            <a:prstGeom prst="rect">
              <a:avLst/>
            </a:prstGeom>
            <a:noFill/>
          </p:spPr>
          <p:txBody>
            <a:bodyPr wrap="non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主观题</a:t>
              </a:r>
              <a:endParaRPr lang="zh-CN" altLang="en-US" sz="2600">
                <a:solidFill>
                  <a:srgbClr val="000000"/>
                </a:solidFill>
                <a:latin typeface="微软雅黑" panose="020B0503020204020204" charset="-122"/>
                <a:ea typeface="微软雅黑" panose="020B0503020204020204" charset="-122"/>
              </a:endParaRPr>
            </a:p>
          </p:txBody>
        </p:sp>
        <p:sp>
          <p:nvSpPr>
            <p:cNvPr id="8" name="TipText"/>
            <p:cNvSpPr txBox="1"/>
            <p:nvPr>
              <p:custDataLst>
                <p:tags r:id="rId8"/>
              </p:custDataLst>
            </p:nvPr>
          </p:nvSpPr>
          <p:spPr>
            <a:xfrm>
              <a:off x="2248" y="172"/>
              <a:ext cx="3600" cy="800"/>
            </a:xfrm>
            <a:prstGeom prst="rect">
              <a:avLst/>
            </a:prstGeom>
            <a:noFill/>
          </p:spPr>
          <p:txBody>
            <a:bodyPr wrap="none" rtlCol="0" anchor="ctr" anchorCtr="0">
              <a:noAutofit/>
            </a:bodyPr>
            <a:p>
              <a:pPr lvl="0" algn="l">
                <a:buNone/>
              </a:pPr>
              <a:r>
                <a:rPr lang="en-US" altLang="en-US" sz="2000">
                  <a:solidFill>
                    <a:srgbClr val="808080"/>
                  </a:solidFill>
                  <a:latin typeface="微软雅黑" panose="020B0503020204020204" charset="-122"/>
                  <a:ea typeface="微软雅黑" panose="020B0503020204020204" charset="-122"/>
                  <a:cs typeface="微软雅黑" panose="020B0503020204020204" charset="-122"/>
                </a:rPr>
                <a:t>20</a:t>
              </a:r>
              <a:r>
                <a:rPr lang="zh-CN" altLang="en-US" sz="2000">
                  <a:solidFill>
                    <a:srgbClr val="808080"/>
                  </a:solidFill>
                  <a:latin typeface="微软雅黑" panose="020B0503020204020204" charset="-122"/>
                  <a:ea typeface="微软雅黑" panose="020B0503020204020204" charset="-122"/>
                  <a:cs typeface="微软雅黑" panose="020B0503020204020204" charset="-122"/>
                </a:rPr>
                <a:t>分</a:t>
              </a:r>
              <a:endParaRPr lang="zh-CN" altLang="en-US" sz="2000">
                <a:solidFill>
                  <a:srgbClr val="808080"/>
                </a:solidFill>
                <a:latin typeface="微软雅黑" panose="020B0503020204020204" charset="-122"/>
                <a:ea typeface="微软雅黑" panose="020B0503020204020204" charset="-122"/>
                <a:cs typeface="微软雅黑" panose="020B0503020204020204" charset="-122"/>
              </a:endParaRPr>
            </a:p>
          </p:txBody>
        </p:sp>
      </p:grpSp>
      <p:pic>
        <p:nvPicPr>
          <p:cNvPr id="2" name="图片 1" descr="tmp2321"/>
          <p:cNvPicPr>
            <a:picLocks noChangeAspect="1"/>
          </p:cNvPicPr>
          <p:nvPr>
            <p:custDataLst>
              <p:tags r:id="rId9"/>
            </p:custDataLst>
          </p:nvPr>
        </p:nvPicPr>
        <p:blipFill>
          <a:blip r:embed="rId10"/>
          <a:stretch>
            <a:fillRect/>
          </a:stretch>
        </p:blipFill>
        <p:spPr>
          <a:xfrm>
            <a:off x="10642600" y="63500"/>
            <a:ext cx="1422400" cy="508000"/>
          </a:xfrm>
          <a:prstGeom prst="rect">
            <a:avLst/>
          </a:prstGeom>
        </p:spPr>
      </p:pic>
    </p:spTree>
    <p:custDataLst>
      <p:tags r:id="rId1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1"/>
        </a:blipFill>
        <a:effectLst/>
      </p:bgPr>
    </p:bg>
    <p:spTree>
      <p:nvGrpSpPr>
        <p:cNvPr id="1" name=""/>
        <p:cNvGrpSpPr/>
        <p:nvPr/>
      </p:nvGrpSpPr>
      <p:grpSpPr>
        <a:xfrm>
          <a:off x="0" y="0"/>
          <a:ext cx="0" cy="0"/>
          <a:chOff x="0" y="0"/>
          <a:chExt cx="0" cy="0"/>
        </a:xfrm>
      </p:grpSpPr>
      <p:sp>
        <p:nvSpPr>
          <p:cNvPr id="4100" name="文本框 4"/>
          <p:cNvSpPr txBox="1">
            <a:spLocks noChangeArrowheads="1"/>
          </p:cNvSpPr>
          <p:nvPr/>
        </p:nvSpPr>
        <p:spPr bwMode="auto">
          <a:xfrm>
            <a:off x="184150" y="160655"/>
            <a:ext cx="4390390" cy="460375"/>
          </a:xfrm>
          <a:prstGeom prst="rect">
            <a:avLst/>
          </a:prstGeom>
          <a:noFill/>
          <a:ln w="9525">
            <a:noFill/>
            <a:miter lim="800000"/>
          </a:ln>
          <a:effectLst>
            <a:outerShdw blurRad="50800" dist="38100" dir="5400000" algn="t" rotWithShape="0">
              <a:prstClr val="black">
                <a:alpha val="40000"/>
              </a:prstClr>
            </a:outerShdw>
          </a:effec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rPr>
              <a:t>Text Analysis</a:t>
            </a:r>
            <a:endPar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endParaRPr>
          </a:p>
        </p:txBody>
      </p:sp>
      <p:pic>
        <p:nvPicPr>
          <p:cNvPr id="44" name="图片 43">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l="10347" t="37811" r="43034" b="24326"/>
          <a:stretch>
            <a:fillRect/>
          </a:stretch>
        </p:blipFill>
        <p:spPr>
          <a:xfrm>
            <a:off x="11264265" y="174625"/>
            <a:ext cx="503555" cy="454660"/>
          </a:xfrm>
          <a:prstGeom prst="rect">
            <a:avLst/>
          </a:prstGeom>
        </p:spPr>
      </p:pic>
      <p:sp>
        <p:nvSpPr>
          <p:cNvPr id="46" name="内容占位符 2"/>
          <p:cNvSpPr>
            <a:spLocks noGrp="1"/>
          </p:cNvSpPr>
          <p:nvPr/>
        </p:nvSpPr>
        <p:spPr>
          <a:xfrm>
            <a:off x="803910" y="881380"/>
            <a:ext cx="10584180" cy="5417185"/>
          </a:xfrm>
          <a:prstGeom prst="rect">
            <a:avLst/>
          </a:prstGeom>
          <a:noFill/>
          <a:ln w="9525">
            <a:noFill/>
            <a:miter lim="800000"/>
          </a:ln>
        </p:spPr>
        <p:txBody>
          <a:bodyPr vert="horz" wrap="square" lIns="91440" tIns="45720" rIns="91440" bIns="45720" numCol="1" anchor="t" anchorCtr="0" compatLnSpc="1"/>
          <a:lstStyle>
            <a:lvl1pPr marL="228600" indent="-22733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733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733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52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4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6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0045" indent="-360045" algn="just" eaLnBrk="1" hangingPunct="1">
              <a:lnSpc>
                <a:spcPct val="110000"/>
              </a:lnSpc>
              <a:buNone/>
              <a:defRPr/>
            </a:pPr>
            <a:r>
              <a:rPr lang="en-US" altLang="zh-CN" b="1" dirty="0">
                <a:latin typeface="Calibri" panose="020F0502020204030204" charset="0"/>
                <a:cs typeface="Calibri" panose="020F0502020204030204" charset="0"/>
              </a:rPr>
              <a:t>	But once a conscious </a:t>
            </a:r>
            <a:r>
              <a:rPr lang="en-US" altLang="zh-CN" b="1" dirty="0">
                <a:solidFill>
                  <a:srgbClr val="FF0000"/>
                </a:solidFill>
                <a:latin typeface="Calibri" panose="020F0502020204030204" charset="0"/>
                <a:cs typeface="Calibri" panose="020F0502020204030204" charset="0"/>
              </a:rPr>
              <a:t>breakthrough</a:t>
            </a:r>
            <a:r>
              <a:rPr lang="en-US" altLang="zh-CN" b="1" dirty="0">
                <a:latin typeface="Calibri" panose="020F0502020204030204" charset="0"/>
                <a:cs typeface="Calibri" panose="020F0502020204030204" charset="0"/>
              </a:rPr>
              <a:t> to a second center is made, a life-long </a:t>
            </a:r>
            <a:r>
              <a:rPr lang="en-US" altLang="zh-CN" b="1" dirty="0">
                <a:solidFill>
                  <a:srgbClr val="FF0000"/>
                </a:solidFill>
                <a:latin typeface="Calibri" panose="020F0502020204030204" charset="0"/>
                <a:cs typeface="Calibri" panose="020F0502020204030204" charset="0"/>
              </a:rPr>
              <a:t>perspective</a:t>
            </a:r>
            <a:r>
              <a:rPr lang="en-US" altLang="zh-CN" b="1" dirty="0">
                <a:latin typeface="Calibri" panose="020F0502020204030204" charset="0"/>
                <a:cs typeface="Calibri" panose="020F0502020204030204" charset="0"/>
              </a:rPr>
              <a:t> and </a:t>
            </a:r>
            <a:r>
              <a:rPr lang="en-US" altLang="zh-CN" b="1" dirty="0">
                <a:solidFill>
                  <a:srgbClr val="FF0000"/>
                </a:solidFill>
                <a:latin typeface="Calibri" panose="020F0502020204030204" charset="0"/>
                <a:cs typeface="Calibri" panose="020F0502020204030204" charset="0"/>
              </a:rPr>
              <a:t>collection</a:t>
            </a:r>
            <a:r>
              <a:rPr lang="en-US" altLang="zh-CN" b="1" dirty="0">
                <a:latin typeface="Calibri" panose="020F0502020204030204" charset="0"/>
                <a:cs typeface="Calibri" panose="020F0502020204030204" charset="0"/>
              </a:rPr>
              <a:t> can begin. </a:t>
            </a:r>
            <a:endParaRPr lang="en-US" altLang="zh-CN" b="1" dirty="0">
              <a:latin typeface="Calibri" panose="020F0502020204030204" charset="0"/>
              <a:cs typeface="Calibri" panose="020F0502020204030204" charset="0"/>
            </a:endParaRPr>
          </a:p>
          <a:p>
            <a:pPr marL="360045" indent="-360045" algn="just" eaLnBrk="1" hangingPunct="1">
              <a:lnSpc>
                <a:spcPct val="110000"/>
              </a:lnSpc>
              <a:buFont typeface="Wingdings" panose="05000000000000000000" pitchFamily="2" charset="2"/>
              <a:buChar char="Ø"/>
              <a:defRPr/>
            </a:pPr>
            <a:r>
              <a:rPr lang="en-US" altLang="zh-CN" b="1" dirty="0">
                <a:latin typeface="华文楷体" panose="02010600040101010101" charset="-122"/>
                <a:ea typeface="华文楷体" panose="02010600040101010101" charset="-122"/>
                <a:cs typeface="Calibri" panose="020F0502020204030204" charset="0"/>
                <a:sym typeface="+mn-ea"/>
              </a:rPr>
              <a:t>但是</a:t>
            </a:r>
            <a:r>
              <a:rPr lang="zh-CN" altLang="en-US" b="1" dirty="0">
                <a:latin typeface="华文楷体" panose="02010600040101010101" charset="-122"/>
                <a:ea typeface="华文楷体" panose="02010600040101010101" charset="-122"/>
                <a:cs typeface="Calibri" panose="020F0502020204030204" charset="0"/>
              </a:rPr>
              <a:t>，一旦有意识地突破至第二</a:t>
            </a:r>
            <a:r>
              <a:rPr lang="zh-CN" altLang="en-US" b="1" dirty="0">
                <a:latin typeface="华文楷体" panose="02010600040101010101" charset="-122"/>
                <a:ea typeface="华文楷体" panose="02010600040101010101" charset="-122"/>
                <a:cs typeface="Calibri" panose="020F0502020204030204" charset="0"/>
              </a:rPr>
              <a:t>个中心，一种终身的视野与积淀便由此开启。</a:t>
            </a:r>
            <a:endParaRPr lang="zh-CN" altLang="en-US" b="1" dirty="0">
              <a:latin typeface="华文楷体" panose="02010600040101010101" charset="-122"/>
              <a:ea typeface="华文楷体" panose="02010600040101010101" charset="-122"/>
              <a:cs typeface="Calibri" panose="020F0502020204030204" charset="0"/>
            </a:endParaRPr>
          </a:p>
          <a:p>
            <a:pPr marL="360045" indent="-360045" algn="just" eaLnBrk="1" hangingPunct="1">
              <a:lnSpc>
                <a:spcPct val="110000"/>
              </a:lnSpc>
              <a:buFont typeface="Wingdings" panose="05000000000000000000" pitchFamily="2" charset="2"/>
              <a:buChar char="Ø"/>
              <a:defRPr/>
            </a:pPr>
            <a:r>
              <a:rPr lang="en-US" altLang="zh-CN" b="1" dirty="0">
                <a:latin typeface="华文楷体" panose="02010600040101010101" charset="-122"/>
                <a:ea typeface="华文楷体" panose="02010600040101010101" charset="-122"/>
                <a:cs typeface="Calibri" panose="020F0502020204030204" charset="0"/>
              </a:rPr>
              <a:t>但是，一旦你努力冲破自己的中心去体验另一个中心，你的视野就会不断地扩展，你将终身受益。</a:t>
            </a:r>
            <a:endParaRPr lang="en-US" altLang="zh-CN" b="1" dirty="0">
              <a:latin typeface="华文楷体" panose="02010600040101010101" charset="-122"/>
              <a:ea typeface="华文楷体" panose="02010600040101010101" charset="-122"/>
              <a:cs typeface="Calibri" panose="020F0502020204030204" charset="0"/>
            </a:endParaRPr>
          </a:p>
          <a:p>
            <a:pPr marL="360045" indent="-360045" algn="just" eaLnBrk="1" hangingPunct="1">
              <a:lnSpc>
                <a:spcPct val="110000"/>
              </a:lnSpc>
              <a:buFont typeface="Wingdings" panose="05000000000000000000" pitchFamily="2" charset="2"/>
              <a:buChar char="Ø"/>
              <a:defRPr/>
            </a:pPr>
            <a:r>
              <a:rPr lang="en-US" altLang="zh-CN" dirty="0">
                <a:latin typeface="Calibri" panose="020F0502020204030204" charset="0"/>
                <a:cs typeface="Calibri" panose="020F0502020204030204" charset="0"/>
                <a:sym typeface="+mn-ea"/>
              </a:rPr>
              <a:t>But once you make a serious effort to overcome your prejudice and go out to encounter different cultures, for the rest of your life your mind will keep broadening as you experience and benefit from more and more treasures of other cultures. </a:t>
            </a:r>
            <a:endParaRPr lang="en-US" altLang="zh-CN" dirty="0">
              <a:latin typeface="Calibri" panose="020F0502020204030204" charset="0"/>
              <a:cs typeface="Calibri" panose="020F0502020204030204" charset="0"/>
            </a:endParaRPr>
          </a:p>
          <a:p>
            <a:pPr marL="360045" indent="-360045" algn="just" eaLnBrk="1" hangingPunct="1">
              <a:lnSpc>
                <a:spcPct val="110000"/>
              </a:lnSpc>
              <a:buFont typeface="Wingdings" panose="05000000000000000000" pitchFamily="2" charset="2"/>
              <a:buChar char="Ø"/>
              <a:defRPr/>
            </a:pPr>
            <a:endParaRPr kumimoji="0" lang="en-US" altLang="zh-CN" b="1" i="0" u="none" strike="noStrike" kern="1200" cap="none" spc="0" normalizeH="0" baseline="0" noProof="0" dirty="0">
              <a:ln>
                <a:noFill/>
              </a:ln>
              <a:solidFill>
                <a:prstClr val="black"/>
              </a:solidFill>
              <a:effectLst/>
              <a:uLnTx/>
              <a:uFillTx/>
              <a:latin typeface="Calibri" panose="020F0502020204030204" charset="0"/>
              <a:ea typeface="宋体" panose="02010600030101010101" pitchFamily="2" charset="-122"/>
              <a:cs typeface="Calibri" panose="020F05020202040302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6">
                                            <p:txEl>
                                              <p:pRg st="1" end="1"/>
                                            </p:txEl>
                                          </p:spTgt>
                                        </p:tgtEl>
                                        <p:attrNameLst>
                                          <p:attrName>style.visibility</p:attrName>
                                        </p:attrNameLst>
                                      </p:cBhvr>
                                      <p:to>
                                        <p:strVal val="visible"/>
                                      </p:to>
                                    </p:set>
                                    <p:animEffect transition="in" filter="dissolve">
                                      <p:cBhvr>
                                        <p:cTn id="7" dur="500"/>
                                        <p:tgtEl>
                                          <p:spTgt spid="4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6">
                                            <p:txEl>
                                              <p:pRg st="2" end="2"/>
                                            </p:txEl>
                                          </p:spTgt>
                                        </p:tgtEl>
                                        <p:attrNameLst>
                                          <p:attrName>style.visibility</p:attrName>
                                        </p:attrNameLst>
                                      </p:cBhvr>
                                      <p:to>
                                        <p:strVal val="visible"/>
                                      </p:to>
                                    </p:set>
                                    <p:animEffect transition="in" filter="dissolve">
                                      <p:cBhvr>
                                        <p:cTn id="12" dur="500"/>
                                        <p:tgtEl>
                                          <p:spTgt spid="4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6">
                                            <p:txEl>
                                              <p:pRg st="3" end="3"/>
                                            </p:txEl>
                                          </p:spTgt>
                                        </p:tgtEl>
                                        <p:attrNameLst>
                                          <p:attrName>style.visibility</p:attrName>
                                        </p:attrNameLst>
                                      </p:cBhvr>
                                      <p:to>
                                        <p:strVal val="visible"/>
                                      </p:to>
                                    </p:set>
                                    <p:animEffect transition="in" filter="dissolve">
                                      <p:cBhvr>
                                        <p:cTn id="17" dur="500"/>
                                        <p:tgtEl>
                                          <p:spTgt spid="4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1219200" y="635000"/>
            <a:ext cx="9753600" cy="1456055"/>
          </a:xfrm>
          <a:prstGeom prst="rect">
            <a:avLst/>
          </a:prstGeom>
          <a:noFill/>
        </p:spPr>
        <p:txBody>
          <a:bodyPr wrap="squar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The green banana in Paragraph 8 refers to ______.</a:t>
            </a:r>
            <a:endParaRPr lang="zh-CN" altLang="en-US" sz="2600">
              <a:solidFill>
                <a:srgbClr val="000000"/>
              </a:solidFill>
              <a:latin typeface="微软雅黑" panose="020B0503020204020204" charset="-122"/>
              <a:ea typeface="微软雅黑" panose="020B0503020204020204" charset="-122"/>
            </a:endParaRPr>
          </a:p>
        </p:txBody>
      </p:sp>
      <p:sp>
        <p:nvSpPr>
          <p:cNvPr id="4" name="文本框 3"/>
          <p:cNvSpPr txBox="1"/>
          <p:nvPr>
            <p:custDataLst>
              <p:tags r:id="rId2"/>
            </p:custDataLst>
          </p:nvPr>
        </p:nvSpPr>
        <p:spPr>
          <a:xfrm>
            <a:off x="2383790" y="2371090"/>
            <a:ext cx="8534400" cy="642620"/>
          </a:xfrm>
          <a:prstGeom prst="rect">
            <a:avLst/>
          </a:prstGeom>
          <a:noFill/>
        </p:spPr>
        <p:txBody>
          <a:bodyPr wrap="squar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a method by which leaks in a radiator can be fixed</a:t>
            </a:r>
            <a:endParaRPr lang="zh-CN" altLang="en-US" sz="2600">
              <a:solidFill>
                <a:srgbClr val="000000"/>
              </a:solidFill>
              <a:latin typeface="微软雅黑" panose="020B0503020204020204" charset="-122"/>
              <a:ea typeface="微软雅黑" panose="020B0503020204020204" charset="-122"/>
            </a:endParaRPr>
          </a:p>
        </p:txBody>
      </p:sp>
      <p:sp>
        <p:nvSpPr>
          <p:cNvPr id="5" name="文本框 4"/>
          <p:cNvSpPr txBox="1"/>
          <p:nvPr>
            <p:custDataLst>
              <p:tags r:id="rId3"/>
            </p:custDataLst>
          </p:nvPr>
        </p:nvSpPr>
        <p:spPr>
          <a:xfrm>
            <a:off x="2383790" y="3228340"/>
            <a:ext cx="8534400" cy="642620"/>
          </a:xfrm>
          <a:prstGeom prst="rect">
            <a:avLst/>
          </a:prstGeom>
          <a:noFill/>
        </p:spPr>
        <p:txBody>
          <a:bodyPr wrap="squar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the funny things you experience when you travel in a foreign country</a:t>
            </a:r>
            <a:endParaRPr lang="zh-CN" altLang="en-US" sz="2600">
              <a:solidFill>
                <a:srgbClr val="000000"/>
              </a:solidFill>
              <a:latin typeface="微软雅黑" panose="020B0503020204020204" charset="-122"/>
              <a:ea typeface="微软雅黑" panose="020B0503020204020204" charset="-122"/>
            </a:endParaRPr>
          </a:p>
        </p:txBody>
      </p:sp>
      <p:sp>
        <p:nvSpPr>
          <p:cNvPr id="6" name="文本框 5"/>
          <p:cNvSpPr txBox="1"/>
          <p:nvPr>
            <p:custDataLst>
              <p:tags r:id="rId4"/>
            </p:custDataLst>
          </p:nvPr>
        </p:nvSpPr>
        <p:spPr>
          <a:xfrm>
            <a:off x="2383790" y="4085590"/>
            <a:ext cx="8534400" cy="642620"/>
          </a:xfrm>
          <a:prstGeom prst="rect">
            <a:avLst/>
          </a:prstGeom>
          <a:noFill/>
        </p:spPr>
        <p:txBody>
          <a:bodyPr wrap="squar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wisdom that is to be discovered in other cultures by an open mind</a:t>
            </a:r>
            <a:endParaRPr lang="zh-CN" altLang="en-US" sz="2600">
              <a:solidFill>
                <a:srgbClr val="000000"/>
              </a:solidFill>
              <a:latin typeface="微软雅黑" panose="020B0503020204020204" charset="-122"/>
              <a:ea typeface="微软雅黑" panose="020B0503020204020204" charset="-122"/>
            </a:endParaRPr>
          </a:p>
        </p:txBody>
      </p:sp>
      <p:sp>
        <p:nvSpPr>
          <p:cNvPr id="7" name="文本框 6"/>
          <p:cNvSpPr txBox="1"/>
          <p:nvPr>
            <p:custDataLst>
              <p:tags r:id="rId5"/>
            </p:custDataLst>
          </p:nvPr>
        </p:nvSpPr>
        <p:spPr>
          <a:xfrm>
            <a:off x="2383790" y="4942840"/>
            <a:ext cx="8534400" cy="642620"/>
          </a:xfrm>
          <a:prstGeom prst="rect">
            <a:avLst/>
          </a:prstGeom>
          <a:noFill/>
        </p:spPr>
        <p:txBody>
          <a:bodyPr wrap="squar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the different varieties of bananas to be found in other countries</a:t>
            </a:r>
            <a:endParaRPr lang="zh-CN" altLang="en-US" sz="2600">
              <a:solidFill>
                <a:srgbClr val="000000"/>
              </a:solidFill>
              <a:latin typeface="微软雅黑" panose="020B0503020204020204" charset="-122"/>
              <a:ea typeface="微软雅黑" panose="020B0503020204020204" charset="-122"/>
            </a:endParaRPr>
          </a:p>
        </p:txBody>
      </p:sp>
      <p:sp>
        <p:nvSpPr>
          <p:cNvPr id="8" name="椭圆 7"/>
          <p:cNvSpPr>
            <a:spLocks noChangeAspect="1"/>
          </p:cNvSpPr>
          <p:nvPr>
            <p:custDataLst>
              <p:tags r:id="rId6"/>
            </p:custDataLst>
          </p:nvPr>
        </p:nvSpPr>
        <p:spPr>
          <a:xfrm>
            <a:off x="1517015" y="2435225"/>
            <a:ext cx="514350" cy="514350"/>
          </a:xfrm>
          <a:prstGeom prst="ellipse">
            <a:avLst/>
          </a:prstGeom>
          <a:solidFill>
            <a:srgbClr val="808080"/>
          </a:solidFill>
          <a:ln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p>
            <a:pPr indent="0" algn="ctr"/>
            <a:r>
              <a:rPr lang="zh-CN" altLang="en-US" sz="1600">
                <a:solidFill>
                  <a:srgbClr val="FFFFFF"/>
                </a:solidFill>
                <a:latin typeface="微软雅黑" panose="020B0503020204020204" charset="-122"/>
                <a:ea typeface="微软雅黑" panose="020B0503020204020204" charset="-122"/>
              </a:rPr>
              <a:t>A</a:t>
            </a:r>
            <a:endParaRPr lang="zh-CN" altLang="en-US" sz="1600">
              <a:solidFill>
                <a:srgbClr val="FFFFFF"/>
              </a:solidFill>
              <a:latin typeface="微软雅黑" panose="020B0503020204020204" charset="-122"/>
              <a:ea typeface="微软雅黑" panose="020B0503020204020204" charset="-122"/>
            </a:endParaRPr>
          </a:p>
        </p:txBody>
      </p:sp>
      <p:sp>
        <p:nvSpPr>
          <p:cNvPr id="9" name="椭圆 8"/>
          <p:cNvSpPr>
            <a:spLocks noChangeAspect="1"/>
          </p:cNvSpPr>
          <p:nvPr>
            <p:custDataLst>
              <p:tags r:id="rId7"/>
            </p:custDataLst>
          </p:nvPr>
        </p:nvSpPr>
        <p:spPr>
          <a:xfrm>
            <a:off x="1517015" y="3292475"/>
            <a:ext cx="514350" cy="514350"/>
          </a:xfrm>
          <a:prstGeom prst="ellipse">
            <a:avLst/>
          </a:prstGeom>
          <a:solidFill>
            <a:srgbClr val="808080"/>
          </a:solidFill>
          <a:ln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p>
            <a:pPr indent="0" algn="ctr"/>
            <a:r>
              <a:rPr lang="zh-CN" altLang="en-US" sz="1600">
                <a:solidFill>
                  <a:srgbClr val="FFFFFF"/>
                </a:solidFill>
                <a:latin typeface="微软雅黑" panose="020B0503020204020204" charset="-122"/>
                <a:ea typeface="微软雅黑" panose="020B0503020204020204" charset="-122"/>
              </a:rPr>
              <a:t>B</a:t>
            </a:r>
            <a:endParaRPr lang="zh-CN" altLang="en-US" sz="1600">
              <a:solidFill>
                <a:srgbClr val="FFFFFF"/>
              </a:solidFill>
              <a:latin typeface="微软雅黑" panose="020B0503020204020204" charset="-122"/>
              <a:ea typeface="微软雅黑" panose="020B0503020204020204" charset="-122"/>
            </a:endParaRPr>
          </a:p>
        </p:txBody>
      </p:sp>
      <p:sp>
        <p:nvSpPr>
          <p:cNvPr id="10" name="椭圆 9"/>
          <p:cNvSpPr>
            <a:spLocks noChangeAspect="1"/>
          </p:cNvSpPr>
          <p:nvPr>
            <p:custDataLst>
              <p:tags r:id="rId8"/>
            </p:custDataLst>
          </p:nvPr>
        </p:nvSpPr>
        <p:spPr>
          <a:xfrm>
            <a:off x="1517015" y="4149725"/>
            <a:ext cx="514350" cy="514350"/>
          </a:xfrm>
          <a:prstGeom prst="ellipse">
            <a:avLst/>
          </a:prstGeom>
          <a:solidFill>
            <a:srgbClr val="00FF00"/>
          </a:solidFill>
          <a:ln w="254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p>
            <a:pPr indent="0" algn="ctr"/>
            <a:r>
              <a:rPr lang="zh-CN" altLang="en-US" sz="1600">
                <a:solidFill>
                  <a:srgbClr val="FFFFFF"/>
                </a:solidFill>
                <a:latin typeface="微软雅黑" panose="020B0503020204020204" charset="-122"/>
                <a:ea typeface="微软雅黑" panose="020B0503020204020204" charset="-122"/>
              </a:rPr>
              <a:t>C</a:t>
            </a:r>
            <a:endParaRPr lang="zh-CN" altLang="en-US" sz="1600">
              <a:solidFill>
                <a:srgbClr val="FFFFFF"/>
              </a:solidFill>
              <a:latin typeface="微软雅黑" panose="020B0503020204020204" charset="-122"/>
              <a:ea typeface="微软雅黑" panose="020B0503020204020204" charset="-122"/>
            </a:endParaRPr>
          </a:p>
        </p:txBody>
      </p:sp>
      <p:sp>
        <p:nvSpPr>
          <p:cNvPr id="11" name="椭圆 10"/>
          <p:cNvSpPr>
            <a:spLocks noChangeAspect="1"/>
          </p:cNvSpPr>
          <p:nvPr>
            <p:custDataLst>
              <p:tags r:id="rId9"/>
            </p:custDataLst>
          </p:nvPr>
        </p:nvSpPr>
        <p:spPr>
          <a:xfrm>
            <a:off x="1517015" y="5006975"/>
            <a:ext cx="514350" cy="514350"/>
          </a:xfrm>
          <a:prstGeom prst="ellipse">
            <a:avLst/>
          </a:prstGeom>
          <a:solidFill>
            <a:srgbClr val="808080"/>
          </a:solidFill>
          <a:ln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p>
            <a:pPr indent="0" algn="ctr"/>
            <a:r>
              <a:rPr lang="zh-CN" altLang="en-US" sz="1600">
                <a:solidFill>
                  <a:srgbClr val="FFFFFF"/>
                </a:solidFill>
                <a:latin typeface="微软雅黑" panose="020B0503020204020204" charset="-122"/>
                <a:ea typeface="微软雅黑" panose="020B0503020204020204" charset="-122"/>
              </a:rPr>
              <a:t>D</a:t>
            </a:r>
            <a:endParaRPr lang="zh-CN" altLang="en-US" sz="1600">
              <a:solidFill>
                <a:srgbClr val="FFFFFF"/>
              </a:solidFill>
              <a:latin typeface="微软雅黑" panose="020B0503020204020204" charset="-122"/>
              <a:ea typeface="微软雅黑" panose="020B0503020204020204" charset="-122"/>
            </a:endParaRPr>
          </a:p>
        </p:txBody>
      </p:sp>
      <p:sp>
        <p:nvSpPr>
          <p:cNvPr id="12" name="圆角矩形 11"/>
          <p:cNvSpPr/>
          <p:nvPr>
            <p:custDataLst>
              <p:tags r:id="rId10"/>
            </p:custDataLst>
          </p:nvPr>
        </p:nvSpPr>
        <p:spPr>
          <a:xfrm>
            <a:off x="8915400" y="6214745"/>
            <a:ext cx="1543050" cy="411480"/>
          </a:xfrm>
          <a:prstGeom prst="roundRect">
            <a:avLst/>
          </a:prstGeom>
          <a:solidFill>
            <a:srgbClr val="808080"/>
          </a:solidFill>
          <a:ln w="381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p>
            <a:pPr algn="ctr"/>
            <a:r>
              <a:rPr lang="zh-CN" altLang="en-US" sz="1600">
                <a:solidFill>
                  <a:srgbClr val="FFFFFF"/>
                </a:solidFill>
                <a:latin typeface="微软雅黑" panose="020B0503020204020204" charset="-122"/>
                <a:ea typeface="微软雅黑" panose="020B0503020204020204" charset="-122"/>
              </a:rPr>
              <a:t>提交</a:t>
            </a:r>
            <a:endParaRPr lang="zh-CN" altLang="en-US" sz="1600">
              <a:solidFill>
                <a:srgbClr val="FFFFFF"/>
              </a:solidFill>
              <a:latin typeface="微软雅黑" panose="020B0503020204020204" charset="-122"/>
              <a:ea typeface="微软雅黑" panose="020B0503020204020204" charset="-122"/>
            </a:endParaRPr>
          </a:p>
        </p:txBody>
      </p:sp>
      <p:grpSp>
        <p:nvGrpSpPr>
          <p:cNvPr id="17" name="组合 16"/>
          <p:cNvGrpSpPr/>
          <p:nvPr>
            <p:custDataLst>
              <p:tags r:id="rId11"/>
            </p:custDataLst>
          </p:nvPr>
        </p:nvGrpSpPr>
        <p:grpSpPr>
          <a:xfrm>
            <a:off x="0" y="0"/>
            <a:ext cx="12192000" cy="635000"/>
            <a:chOff x="0" y="0"/>
            <a:chExt cx="19200" cy="1000"/>
          </a:xfrm>
        </p:grpSpPr>
        <p:sp>
          <p:nvSpPr>
            <p:cNvPr id="13" name="TitleBackground"/>
            <p:cNvSpPr/>
            <p:nvPr>
              <p:custDataLst>
                <p:tags r:id="rId12"/>
              </p:custDataLst>
            </p:nvPr>
          </p:nvSpPr>
          <p:spPr>
            <a:xfrm>
              <a:off x="0" y="0"/>
              <a:ext cx="19200"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ColorBlock"/>
            <p:cNvSpPr/>
            <p:nvPr>
              <p:custDataLst>
                <p:tags r:id="rId13"/>
              </p:custDataLst>
            </p:nvPr>
          </p:nvSpPr>
          <p:spPr>
            <a:xfrm>
              <a:off x="0" y="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TypeText"/>
            <p:cNvSpPr txBox="1"/>
            <p:nvPr>
              <p:custDataLst>
                <p:tags r:id="rId14"/>
              </p:custDataLst>
            </p:nvPr>
          </p:nvSpPr>
          <p:spPr>
            <a:xfrm>
              <a:off x="400" y="0"/>
              <a:ext cx="3000" cy="1000"/>
            </a:xfrm>
            <a:prstGeom prst="rect">
              <a:avLst/>
            </a:prstGeom>
            <a:noFill/>
          </p:spPr>
          <p:txBody>
            <a:bodyPr wrap="non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endParaRPr>
            </a:p>
          </p:txBody>
        </p:sp>
        <p:sp>
          <p:nvSpPr>
            <p:cNvPr id="16" name="TipText"/>
            <p:cNvSpPr txBox="1"/>
            <p:nvPr>
              <p:custDataLst>
                <p:tags r:id="rId15"/>
              </p:custDataLst>
            </p:nvPr>
          </p:nvSpPr>
          <p:spPr>
            <a:xfrm>
              <a:off x="2248" y="172"/>
              <a:ext cx="3600" cy="800"/>
            </a:xfrm>
            <a:prstGeom prst="rect">
              <a:avLst/>
            </a:prstGeom>
            <a:noFill/>
          </p:spPr>
          <p:txBody>
            <a:bodyPr wrap="none" rtlCol="0" anchor="ctr" anchorCtr="0">
              <a:noAutofit/>
            </a:bodyPr>
            <a:p>
              <a:pPr lvl="0" algn="l">
                <a:buNone/>
              </a:pPr>
              <a:r>
                <a:rPr lang="en-US" altLang="en-US" sz="2000">
                  <a:solidFill>
                    <a:srgbClr val="808080"/>
                  </a:solidFill>
                  <a:latin typeface="微软雅黑" panose="020B0503020204020204" charset="-122"/>
                  <a:ea typeface="微软雅黑" panose="020B0503020204020204" charset="-122"/>
                  <a:cs typeface="微软雅黑" panose="020B0503020204020204" charset="-122"/>
                </a:rPr>
                <a:t>20</a:t>
              </a:r>
              <a:r>
                <a:rPr lang="zh-CN" altLang="en-US" sz="2000">
                  <a:solidFill>
                    <a:srgbClr val="808080"/>
                  </a:solidFill>
                  <a:latin typeface="微软雅黑" panose="020B0503020204020204" charset="-122"/>
                  <a:ea typeface="微软雅黑" panose="020B0503020204020204" charset="-122"/>
                  <a:cs typeface="微软雅黑" panose="020B0503020204020204" charset="-122"/>
                </a:rPr>
                <a:t>分</a:t>
              </a:r>
              <a:endParaRPr lang="zh-CN" altLang="en-US" sz="2000">
                <a:solidFill>
                  <a:srgbClr val="808080"/>
                </a:solidFill>
                <a:latin typeface="微软雅黑" panose="020B0503020204020204" charset="-122"/>
                <a:ea typeface="微软雅黑" panose="020B0503020204020204" charset="-122"/>
                <a:cs typeface="微软雅黑" panose="020B0503020204020204" charset="-122"/>
              </a:endParaRPr>
            </a:p>
          </p:txBody>
        </p:sp>
      </p:grpSp>
      <p:pic>
        <p:nvPicPr>
          <p:cNvPr id="2" name="图片 1" descr="tmp2321"/>
          <p:cNvPicPr>
            <a:picLocks noChangeAspect="1"/>
          </p:cNvPicPr>
          <p:nvPr>
            <p:custDataLst>
              <p:tags r:id="rId16"/>
            </p:custDataLst>
          </p:nvPr>
        </p:nvPicPr>
        <p:blipFill>
          <a:blip r:embed="rId17"/>
          <a:stretch>
            <a:fillRect/>
          </a:stretch>
        </p:blipFill>
        <p:spPr>
          <a:xfrm>
            <a:off x="10642600" y="63500"/>
            <a:ext cx="1422400" cy="508000"/>
          </a:xfrm>
          <a:prstGeom prst="rect">
            <a:avLst/>
          </a:prstGeom>
        </p:spPr>
      </p:pic>
    </p:spTree>
    <p:custDataLst>
      <p:tags r:id="rId18"/>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1"/>
          <a:tile ty="19050"/>
        </a:blipFill>
        <a:effectLst/>
      </p:bgPr>
    </p:bg>
    <p:spTree>
      <p:nvGrpSpPr>
        <p:cNvPr id="1" name=""/>
        <p:cNvGrpSpPr/>
        <p:nvPr/>
      </p:nvGrpSpPr>
      <p:grpSpPr>
        <a:xfrm>
          <a:off x="0" y="0"/>
          <a:ext cx="0" cy="0"/>
          <a:chOff x="0" y="0"/>
          <a:chExt cx="0" cy="0"/>
        </a:xfrm>
      </p:grpSpPr>
      <p:sp>
        <p:nvSpPr>
          <p:cNvPr id="4100" name="文本框 4"/>
          <p:cNvSpPr txBox="1">
            <a:spLocks noChangeArrowheads="1"/>
          </p:cNvSpPr>
          <p:nvPr/>
        </p:nvSpPr>
        <p:spPr bwMode="auto">
          <a:xfrm>
            <a:off x="184150" y="160655"/>
            <a:ext cx="2480310" cy="460375"/>
          </a:xfrm>
          <a:prstGeom prst="rect">
            <a:avLst/>
          </a:prstGeom>
          <a:noFill/>
          <a:ln w="9525">
            <a:noFill/>
            <a:miter lim="800000"/>
          </a:ln>
          <a:effectLst>
            <a:outerShdw blurRad="50800" dist="38100" dir="5400000" algn="t" rotWithShape="0">
              <a:prstClr val="black">
                <a:alpha val="40000"/>
              </a:prstClr>
            </a:outerShdw>
          </a:effectLst>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rPr>
              <a:t>Assignment</a:t>
            </a:r>
            <a:endPar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endParaRPr>
          </a:p>
        </p:txBody>
      </p:sp>
      <p:pic>
        <p:nvPicPr>
          <p:cNvPr id="42" name="图片 41">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t="18378" b="31548"/>
          <a:stretch>
            <a:fillRect/>
          </a:stretch>
        </p:blipFill>
        <p:spPr>
          <a:xfrm>
            <a:off x="10627995" y="157155"/>
            <a:ext cx="524510" cy="427355"/>
          </a:xfrm>
          <a:prstGeom prst="rect">
            <a:avLst/>
          </a:prstGeom>
        </p:spPr>
      </p:pic>
      <p:pic>
        <p:nvPicPr>
          <p:cNvPr id="8" name="图片 7">
            <a:hlinkClick r:id="rId2" action="ppaction://hlinksldjump"/>
          </p:cNvPr>
          <p:cNvPicPr>
            <a:picLocks noChangeAspect="1"/>
          </p:cNvPicPr>
          <p:nvPr/>
        </p:nvPicPr>
        <p:blipFill>
          <a:blip r:embed="rId4">
            <a:extLst>
              <a:ext uri="{28A0092B-C50C-407E-A947-70E740481C1C}">
                <a14:useLocalDpi xmlns:a14="http://schemas.microsoft.com/office/drawing/2010/main" val="0"/>
              </a:ext>
            </a:extLst>
          </a:blip>
          <a:srcRect l="10347" t="37811" r="43034" b="24326"/>
          <a:stretch>
            <a:fillRect/>
          </a:stretch>
        </p:blipFill>
        <p:spPr>
          <a:xfrm>
            <a:off x="11264265" y="158149"/>
            <a:ext cx="503555" cy="454660"/>
          </a:xfrm>
          <a:prstGeom prst="rect">
            <a:avLst/>
          </a:prstGeom>
        </p:spPr>
      </p:pic>
      <p:sp>
        <p:nvSpPr>
          <p:cNvPr id="3" name="文本框 2"/>
          <p:cNvSpPr txBox="1"/>
          <p:nvPr/>
        </p:nvSpPr>
        <p:spPr>
          <a:xfrm>
            <a:off x="791845" y="1035050"/>
            <a:ext cx="10858500" cy="4742815"/>
          </a:xfrm>
          <a:prstGeom prst="rect">
            <a:avLst/>
          </a:prstGeom>
          <a:noFill/>
        </p:spPr>
        <p:txBody>
          <a:bodyPr wrap="square" rtlCol="0">
            <a:spAutoFit/>
          </a:bodyPr>
          <a:p>
            <a:pPr>
              <a:lnSpc>
                <a:spcPct val="120000"/>
              </a:lnSpc>
            </a:pPr>
            <a:r>
              <a:rPr lang="en-US" sz="2800" spc="-100" dirty="0">
                <a:solidFill>
                  <a:prstClr val="black"/>
                </a:solidFill>
                <a:latin typeface="Arial" panose="020B0604020202020204" pitchFamily="34" charset="0"/>
                <a:cs typeface="Arial" panose="020B0604020202020204" pitchFamily="34" charset="0"/>
                <a:sym typeface="+mn-ea"/>
              </a:rPr>
              <a:t>1. </a:t>
            </a:r>
            <a:r>
              <a:rPr sz="2800" spc="-100" dirty="0">
                <a:solidFill>
                  <a:prstClr val="black"/>
                </a:solidFill>
                <a:latin typeface="Arial" panose="020B0604020202020204" pitchFamily="34" charset="0"/>
                <a:cs typeface="Arial" panose="020B0604020202020204" pitchFamily="34" charset="0"/>
                <a:sym typeface="+mn-ea"/>
              </a:rPr>
              <a:t>Write an essay entitled “A Lesson that Dawned on Me”.</a:t>
            </a:r>
            <a:r>
              <a:rPr lang="en-US" sz="2800" spc="-100" dirty="0">
                <a:solidFill>
                  <a:prstClr val="black"/>
                </a:solidFill>
                <a:latin typeface="Arial" panose="020B0604020202020204" pitchFamily="34" charset="0"/>
                <a:cs typeface="Arial" panose="020B0604020202020204" pitchFamily="34" charset="0"/>
                <a:sym typeface="+mn-ea"/>
              </a:rPr>
              <a:t> (in 120-180 words)</a:t>
            </a:r>
            <a:r>
              <a:rPr sz="2800" spc="-100" dirty="0">
                <a:solidFill>
                  <a:prstClr val="black"/>
                </a:solidFill>
                <a:latin typeface="Arial" panose="020B0604020202020204" pitchFamily="34" charset="0"/>
                <a:cs typeface="Arial" panose="020B0604020202020204" pitchFamily="34" charset="0"/>
                <a:sym typeface="+mn-ea"/>
              </a:rPr>
              <a:t> </a:t>
            </a:r>
            <a:endParaRPr sz="2800" spc="-100" dirty="0">
              <a:solidFill>
                <a:prstClr val="black"/>
              </a:solidFill>
              <a:latin typeface="Arial" panose="020B0604020202020204" pitchFamily="34" charset="0"/>
              <a:cs typeface="Arial" panose="020B0604020202020204" pitchFamily="34" charset="0"/>
              <a:sym typeface="+mn-ea"/>
            </a:endParaRPr>
          </a:p>
          <a:p>
            <a:pPr>
              <a:lnSpc>
                <a:spcPct val="120000"/>
              </a:lnSpc>
            </a:pPr>
            <a:r>
              <a:rPr lang="en-US" sz="2800" spc="-100" dirty="0">
                <a:solidFill>
                  <a:prstClr val="black"/>
                </a:solidFill>
                <a:latin typeface="Arial" panose="020B0604020202020204" pitchFamily="34" charset="0"/>
                <a:cs typeface="Arial" panose="020B0604020202020204" pitchFamily="34" charset="0"/>
                <a:sym typeface="+mn-ea"/>
              </a:rPr>
              <a:t>   1) </a:t>
            </a:r>
            <a:r>
              <a:rPr sz="2800" spc="-100" dirty="0">
                <a:solidFill>
                  <a:prstClr val="black"/>
                </a:solidFill>
                <a:latin typeface="Arial" panose="020B0604020202020204" pitchFamily="34" charset="0"/>
                <a:cs typeface="Arial" panose="020B0604020202020204" pitchFamily="34" charset="0"/>
                <a:sym typeface="+mn-ea"/>
              </a:rPr>
              <a:t>a special experience</a:t>
            </a:r>
            <a:r>
              <a:rPr lang="en-US" sz="2800" spc="-100" dirty="0">
                <a:solidFill>
                  <a:prstClr val="black"/>
                </a:solidFill>
                <a:latin typeface="Arial" panose="020B0604020202020204" pitchFamily="34" charset="0"/>
                <a:cs typeface="Arial" panose="020B0604020202020204" pitchFamily="34" charset="0"/>
                <a:sym typeface="+mn-ea"/>
              </a:rPr>
              <a:t>; </a:t>
            </a:r>
            <a:endParaRPr sz="2800" spc="-100" dirty="0">
              <a:solidFill>
                <a:prstClr val="black"/>
              </a:solidFill>
              <a:latin typeface="Arial" panose="020B0604020202020204" pitchFamily="34" charset="0"/>
              <a:cs typeface="Arial" panose="020B0604020202020204" pitchFamily="34" charset="0"/>
              <a:sym typeface="+mn-ea"/>
            </a:endParaRPr>
          </a:p>
          <a:p>
            <a:pPr>
              <a:lnSpc>
                <a:spcPct val="120000"/>
              </a:lnSpc>
            </a:pPr>
            <a:r>
              <a:rPr lang="en-US" sz="2800" spc="-100" dirty="0">
                <a:solidFill>
                  <a:prstClr val="black"/>
                </a:solidFill>
                <a:latin typeface="Arial" panose="020B0604020202020204" pitchFamily="34" charset="0"/>
                <a:cs typeface="Arial" panose="020B0604020202020204" pitchFamily="34" charset="0"/>
                <a:sym typeface="+mn-ea"/>
              </a:rPr>
              <a:t>   2) </a:t>
            </a:r>
            <a:r>
              <a:rPr sz="2800" spc="-100" dirty="0">
                <a:solidFill>
                  <a:prstClr val="black"/>
                </a:solidFill>
                <a:latin typeface="Arial" panose="020B0604020202020204" pitchFamily="34" charset="0"/>
                <a:cs typeface="Arial" panose="020B0604020202020204" pitchFamily="34" charset="0"/>
                <a:sym typeface="+mn-ea"/>
              </a:rPr>
              <a:t>a lesson from this experience.</a:t>
            </a:r>
            <a:endParaRPr sz="2800" spc="-100" dirty="0">
              <a:solidFill>
                <a:prstClr val="black"/>
              </a:solidFill>
              <a:latin typeface="Arial" panose="020B0604020202020204" pitchFamily="34" charset="0"/>
              <a:cs typeface="Arial" panose="020B0604020202020204" pitchFamily="34" charset="0"/>
              <a:sym typeface="+mn-ea"/>
            </a:endParaRPr>
          </a:p>
          <a:p>
            <a:pPr>
              <a:lnSpc>
                <a:spcPct val="120000"/>
              </a:lnSpc>
            </a:pPr>
            <a:r>
              <a:rPr lang="en-US" sz="2800" spc="-100" dirty="0">
                <a:solidFill>
                  <a:prstClr val="black"/>
                </a:solidFill>
                <a:latin typeface="Arial" panose="020B0604020202020204" pitchFamily="34" charset="0"/>
                <a:cs typeface="Arial" panose="020B0604020202020204" pitchFamily="34" charset="0"/>
                <a:sym typeface="+mn-ea"/>
              </a:rPr>
              <a:t>2.  </a:t>
            </a:r>
            <a:r>
              <a:rPr sz="2800" spc="-100" dirty="0">
                <a:solidFill>
                  <a:prstClr val="black"/>
                </a:solidFill>
                <a:latin typeface="Arial" panose="020B0604020202020204" pitchFamily="34" charset="0"/>
                <a:cs typeface="Arial" panose="020B0604020202020204" pitchFamily="34" charset="0"/>
                <a:sym typeface="+mn-ea"/>
              </a:rPr>
              <a:t>Write an essay entitled</a:t>
            </a:r>
            <a:r>
              <a:rPr lang="en-US" sz="2800" spc="-100" dirty="0">
                <a:solidFill>
                  <a:prstClr val="black"/>
                </a:solidFill>
                <a:latin typeface="Arial" panose="020B0604020202020204" pitchFamily="34" charset="0"/>
                <a:cs typeface="Arial" panose="020B0604020202020204" pitchFamily="34" charset="0"/>
                <a:sym typeface="+mn-ea"/>
              </a:rPr>
              <a:t> “</a:t>
            </a:r>
            <a:r>
              <a:rPr lang="en-US" altLang="zh-CN" sz="2800" spc="-100" dirty="0">
                <a:solidFill>
                  <a:prstClr val="black"/>
                </a:solidFill>
                <a:latin typeface="Arial" panose="020B0604020202020204" pitchFamily="34" charset="0"/>
                <a:cs typeface="Arial" panose="020B0604020202020204" pitchFamily="34" charset="0"/>
                <a:sym typeface="+mn-ea"/>
              </a:rPr>
              <a:t>A Double-Edged Sword: The Impact of Foreign Cultures on Chinese Youth” </a:t>
            </a:r>
            <a:r>
              <a:rPr lang="en-US" sz="2800" spc="-100" dirty="0">
                <a:solidFill>
                  <a:prstClr val="black"/>
                </a:solidFill>
                <a:latin typeface="Arial" panose="020B0604020202020204" pitchFamily="34" charset="0"/>
                <a:cs typeface="Arial" panose="020B0604020202020204" pitchFamily="34" charset="0"/>
                <a:sym typeface="+mn-ea"/>
              </a:rPr>
              <a:t>(in 120-180 words).</a:t>
            </a:r>
            <a:endParaRPr lang="en-US" sz="2800" spc="-100" dirty="0">
              <a:solidFill>
                <a:prstClr val="black"/>
              </a:solidFill>
              <a:latin typeface="Arial" panose="020B0604020202020204" pitchFamily="34" charset="0"/>
              <a:cs typeface="Arial" panose="020B0604020202020204" pitchFamily="34" charset="0"/>
              <a:sym typeface="+mn-ea"/>
            </a:endParaRPr>
          </a:p>
          <a:p>
            <a:pPr>
              <a:lnSpc>
                <a:spcPct val="120000"/>
              </a:lnSpc>
            </a:pPr>
            <a:r>
              <a:rPr lang="en-US" altLang="zh-CN" sz="2800" spc="-100" dirty="0">
                <a:solidFill>
                  <a:prstClr val="black"/>
                </a:solidFill>
                <a:latin typeface="Arial" panose="020B0604020202020204" pitchFamily="34" charset="0"/>
                <a:cs typeface="Arial" panose="020B0604020202020204" pitchFamily="34" charset="0"/>
                <a:sym typeface="+mn-ea"/>
              </a:rPr>
              <a:t>   1) The positive impact</a:t>
            </a:r>
            <a:endParaRPr lang="en-US" altLang="zh-CN" sz="2800" spc="-100" dirty="0">
              <a:solidFill>
                <a:prstClr val="black"/>
              </a:solidFill>
              <a:latin typeface="Arial" panose="020B0604020202020204" pitchFamily="34" charset="0"/>
              <a:cs typeface="Arial" panose="020B0604020202020204" pitchFamily="34" charset="0"/>
              <a:sym typeface="+mn-ea"/>
            </a:endParaRPr>
          </a:p>
          <a:p>
            <a:pPr>
              <a:lnSpc>
                <a:spcPct val="120000"/>
              </a:lnSpc>
            </a:pPr>
            <a:r>
              <a:rPr lang="en-US" altLang="zh-CN" sz="2800" spc="-100" dirty="0">
                <a:solidFill>
                  <a:prstClr val="black"/>
                </a:solidFill>
                <a:latin typeface="Arial" panose="020B0604020202020204" pitchFamily="34" charset="0"/>
                <a:cs typeface="Arial" panose="020B0604020202020204" pitchFamily="34" charset="0"/>
                <a:sym typeface="+mn-ea"/>
              </a:rPr>
              <a:t>   2) The negative impact</a:t>
            </a:r>
            <a:endParaRPr lang="en-US" altLang="zh-CN" sz="2800" spc="-100" dirty="0">
              <a:solidFill>
                <a:prstClr val="black"/>
              </a:solidFill>
              <a:latin typeface="Arial" panose="020B0604020202020204" pitchFamily="34" charset="0"/>
              <a:cs typeface="Arial" panose="020B0604020202020204" pitchFamily="34" charset="0"/>
              <a:sym typeface="+mn-ea"/>
            </a:endParaRPr>
          </a:p>
          <a:p>
            <a:pPr>
              <a:lnSpc>
                <a:spcPct val="120000"/>
              </a:lnSpc>
            </a:pPr>
            <a:r>
              <a:rPr lang="en-US" altLang="zh-CN" sz="2800" spc="-100" dirty="0">
                <a:solidFill>
                  <a:prstClr val="black"/>
                </a:solidFill>
                <a:latin typeface="Arial" panose="020B0604020202020204" pitchFamily="34" charset="0"/>
                <a:cs typeface="Arial" panose="020B0604020202020204" pitchFamily="34" charset="0"/>
                <a:sym typeface="+mn-ea"/>
              </a:rPr>
              <a:t>   3) How to treat </a:t>
            </a:r>
            <a:r>
              <a:rPr lang="en-US" altLang="zh-CN" sz="2800" spc="-100" dirty="0">
                <a:solidFill>
                  <a:prstClr val="black"/>
                </a:solidFill>
                <a:latin typeface="Arial" panose="020B0604020202020204" pitchFamily="34" charset="0"/>
                <a:cs typeface="Arial" panose="020B0604020202020204" pitchFamily="34" charset="0"/>
                <a:sym typeface="+mn-ea"/>
              </a:rPr>
              <a:t>foreign cultures</a:t>
            </a:r>
            <a:endParaRPr lang="en-US" altLang="zh-CN" sz="2800" spc="-100" dirty="0">
              <a:solidFill>
                <a:prstClr val="black"/>
              </a:solidFill>
              <a:latin typeface="Arial" panose="020B0604020202020204" pitchFamily="34" charset="0"/>
              <a:cs typeface="Arial" panose="020B0604020202020204" pitchFamily="34" charset="0"/>
              <a:sym typeface="+mn-ea"/>
            </a:endParaRPr>
          </a:p>
        </p:txBody>
      </p:sp>
      <p:pic>
        <p:nvPicPr>
          <p:cNvPr id="4" name="图片 3"/>
          <p:cNvPicPr/>
          <p:nvPr/>
        </p:nvPicPr>
        <p:blipFill>
          <a:blip r:embed="rId5"/>
          <a:srcRect l="7817" r="6944" b="12833"/>
          <a:stretch>
            <a:fillRect/>
          </a:stretch>
        </p:blipFill>
        <p:spPr>
          <a:xfrm>
            <a:off x="8928735" y="4329430"/>
            <a:ext cx="2335530" cy="174752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heckerboard(across)">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ags/tag1.xml><?xml version="1.0" encoding="utf-8"?>
<p:tagLst xmlns:p="http://schemas.openxmlformats.org/presentationml/2006/main">
  <p:tag name="KSO_WM_UNIT_PLACING_PICTURE_USER_VIEWPORT" val="{&quot;height&quot;:8910,&quot;width&quot;:15840}"/>
</p:tagLst>
</file>

<file path=ppt/tags/tag2.xml><?xml version="1.0" encoding="utf-8"?>
<p:tagLst xmlns:p="http://schemas.openxmlformats.org/presentationml/2006/main">
  <p:tag name="RAINPROBLEM" val="ProblemBody"/>
</p:tagLst>
</file>

<file path=ppt/tags/tag3.xml><?xml version="1.0" encoding="utf-8"?>
<p:tagLst xmlns:p="http://schemas.openxmlformats.org/presentationml/2006/main">
  <p:tag name="RAINPROBLEM" val="ProblemSubmit"/>
  <p:tag name="RAINPROBLEMTYPE" val="FillBlank"/>
</p:tagLst>
</file>

<file path=ppt/tags/tag4.xml><?xml version="1.0" encoding="utf-8"?>
<p:tagLst xmlns:p="http://schemas.openxmlformats.org/presentationml/2006/main">
  <p:tag name="RAINPROBLEMTYPE" val="ProblemTypeMarker"/>
</p:tagLst>
</file>

<file path=ppt/tags/tag5.xml><?xml version="1.0" encoding="utf-8"?>
<p:tagLst xmlns:p="http://schemas.openxmlformats.org/presentationml/2006/main">
  <p:tag name="RAINPROBLEMTYPE" val="ProblemTypeMarker"/>
</p:tagLst>
</file>

<file path=ppt/tags/tag6.xml><?xml version="1.0" encoding="utf-8"?>
<p:tagLst xmlns:p="http://schemas.openxmlformats.org/presentationml/2006/main">
  <p:tag name="RAINPROBLEMTYPE" val="ProblemTypeMarker"/>
</p:tagLst>
</file>

<file path=ppt/tags/tag7.xml><?xml version="1.0" encoding="utf-8"?>
<p:tagLst xmlns:p="http://schemas.openxmlformats.org/presentationml/2006/main">
  <p:tag name="RAINPROBLEMTYPE" val="ProblemTypeMarker"/>
</p:tagLst>
</file>

<file path=ppt/tags/tag8.xml><?xml version="1.0" encoding="utf-8"?>
<p:tagLst xmlns:p="http://schemas.openxmlformats.org/presentationml/2006/main">
  <p:tag name="RAINPROBLEMTYPE" val="ProblemTypeMarker"/>
</p:tagLst>
</file>

<file path=ppt/tags/tag9.xml><?xml version="1.0" encoding="utf-8"?>
<p:tagLst xmlns:p="http://schemas.openxmlformats.org/presentationml/2006/main">
  <p:tag name="RAINPROBLEM" val="ProblemSetting"/>
  <p:tag name="RAINPROBLEMTYPE" val="FillBlank"/>
</p:tagLst>
</file>

<file path=ppt/tags/tag10.xml><?xml version="1.0" encoding="utf-8"?>
<p:tagLst xmlns:p="http://schemas.openxmlformats.org/presentationml/2006/main">
  <p:tag name="RAINPROBLEM" val="FillBlank"/>
  <p:tag name="PROBLEMSCORE" val="25.0"/>
  <p:tag name="PROBLEMBLANK" val="[{&quot;num&quot;:1,&quot;caseSensitive&quot;:false,&quot;fuzzyMatch&quot;:false,&quot;Score&quot;:5.0,&quot;answers&quot;:[&quot;steep&quot;]},{&quot;num&quot;:2,&quot;caseSensitive&quot;:false,&quot;fuzzyMatch&quot;:false,&quot;Score&quot;:5.0,&quot;answers&quot;:[&quot;encounter&quot;]},{&quot;num&quot;:3,&quot;caseSensitive&quot;:false,&quot;fuzzyMatch&quot;:false,&quot;Score&quot;:5.0,&quot;answers&quot;:[&quot;scattered&quot;]},{&quot;num&quot;:4,&quot;caseSensitive&quot;:false,&quot;fuzzyMatch&quot;:false,&quot;Score&quot;:5.0,&quot;answers&quot;:[&quot;fine&quot;]},{&quot;num&quot;:5,&quot;caseSensitive&quot;:false,&quot;fuzzyMatch&quot;:false,&quot;Score&quot;:5.0,&quot;answers&quot;:[&quot;spouting&quot;]}]"/>
  <p:tag name="PROBLEMBLANKKEYWORD" val="填空"/>
  <p:tag name="PROBLEMBLANKORDER" val="true"/>
</p:tagLst>
</file>

<file path=ppt/tags/tag11.xml><?xml version="1.0" encoding="utf-8"?>
<p:tagLst xmlns:p="http://schemas.openxmlformats.org/presentationml/2006/main">
  <p:tag name="RAINPROBLEM" val="ProblemBody"/>
</p:tagLst>
</file>

<file path=ppt/tags/tag12.xml><?xml version="1.0" encoding="utf-8"?>
<p:tagLst xmlns:p="http://schemas.openxmlformats.org/presentationml/2006/main">
  <p:tag name="RAINPROBLEM" val="ProblemSubmit"/>
  <p:tag name="RAINPROBLEMTYPE" val="FillBlank"/>
</p:tagLst>
</file>

<file path=ppt/tags/tag13.xml><?xml version="1.0" encoding="utf-8"?>
<p:tagLst xmlns:p="http://schemas.openxmlformats.org/presentationml/2006/main">
  <p:tag name="RAINPROBLEMTYPE" val="ProblemTypeMarker"/>
</p:tagLst>
</file>

<file path=ppt/tags/tag14.xml><?xml version="1.0" encoding="utf-8"?>
<p:tagLst xmlns:p="http://schemas.openxmlformats.org/presentationml/2006/main">
  <p:tag name="RAINPROBLEMTYPE" val="ProblemTypeMarker"/>
</p:tagLst>
</file>

<file path=ppt/tags/tag15.xml><?xml version="1.0" encoding="utf-8"?>
<p:tagLst xmlns:p="http://schemas.openxmlformats.org/presentationml/2006/main">
  <p:tag name="RAINPROBLEMTYPE" val="ProblemTypeMarker"/>
</p:tagLst>
</file>

<file path=ppt/tags/tag16.xml><?xml version="1.0" encoding="utf-8"?>
<p:tagLst xmlns:p="http://schemas.openxmlformats.org/presentationml/2006/main">
  <p:tag name="RAINPROBLEMTYPE" val="ProblemTypeMarker"/>
</p:tagLst>
</file>

<file path=ppt/tags/tag17.xml><?xml version="1.0" encoding="utf-8"?>
<p:tagLst xmlns:p="http://schemas.openxmlformats.org/presentationml/2006/main">
  <p:tag name="RAINPROBLEMTYPE" val="ProblemTypeMarker"/>
</p:tagLst>
</file>

<file path=ppt/tags/tag18.xml><?xml version="1.0" encoding="utf-8"?>
<p:tagLst xmlns:p="http://schemas.openxmlformats.org/presentationml/2006/main">
  <p:tag name="RAINPROBLEM" val="ProblemSetting"/>
  <p:tag name="RAINPROBLEMTYPE" val="FillBlank"/>
</p:tagLst>
</file>

<file path=ppt/tags/tag19.xml><?xml version="1.0" encoding="utf-8"?>
<p:tagLst xmlns:p="http://schemas.openxmlformats.org/presentationml/2006/main">
  <p:tag name="RAINPROBLEM" val="FillBlank"/>
  <p:tag name="PROBLEMSCORE" val="20.0"/>
  <p:tag name="PROBLEMBLANK" val="[{&quot;num&quot;:1,&quot;caseSensitive&quot;:false,&quot;fuzzyMatch&quot;:false,&quot;Score&quot;:6.0,&quot;answers&quot;:[&quot;A&quot;]},{&quot;num&quot;:2,&quot;caseSensitive&quot;:false,&quot;fuzzyMatch&quot;:false,&quot;Score&quot;:7.0,&quot;answers&quot;:[&quot;B&quot;]},{&quot;num&quot;:3,&quot;caseSensitive&quot;:false,&quot;fuzzyMatch&quot;:false,&quot;Score&quot;:7.0,&quot;answers&quot;:[&quot;B&quot;]}]"/>
  <p:tag name="PROBLEMBLANKKEYWORD" val="填空"/>
</p:tagLst>
</file>

<file path=ppt/tags/tag20.xml><?xml version="1.0" encoding="utf-8"?>
<p:tagLst xmlns:p="http://schemas.openxmlformats.org/presentationml/2006/main">
  <p:tag name="RAINPROBLEM" val="ProblemBody"/>
</p:tagLst>
</file>

<file path=ppt/tags/tag21.xml><?xml version="1.0" encoding="utf-8"?>
<p:tagLst xmlns:p="http://schemas.openxmlformats.org/presentationml/2006/main">
  <p:tag name="RAINPROBLEM" val="ProblemItem"/>
  <p:tag name="KSO_WM_DIAGRAM_VIRTUALLY_FRAME" val="{&quot;height&quot;:253.1,&quot;left&quot;:111.75,&quot;top&quot;:179.8,&quot;width&quot;:740.25}"/>
</p:tagLst>
</file>

<file path=ppt/tags/tag22.xml><?xml version="1.0" encoding="utf-8"?>
<p:tagLst xmlns:p="http://schemas.openxmlformats.org/presentationml/2006/main">
  <p:tag name="RAINPROBLEM" val="ProblemItem"/>
  <p:tag name="KSO_WM_DIAGRAM_VIRTUALLY_FRAME" val="{&quot;height&quot;:253.1,&quot;left&quot;:111.75,&quot;top&quot;:179.8,&quot;width&quot;:740.25}"/>
</p:tagLst>
</file>

<file path=ppt/tags/tag23.xml><?xml version="1.0" encoding="utf-8"?>
<p:tagLst xmlns:p="http://schemas.openxmlformats.org/presentationml/2006/main">
  <p:tag name="RAINPROBLEM" val="ProblemItem"/>
  <p:tag name="KSO_WM_DIAGRAM_VIRTUALLY_FRAME" val="{&quot;height&quot;:253.1,&quot;left&quot;:111.75,&quot;top&quot;:179.8,&quot;width&quot;:740.25}"/>
</p:tagLst>
</file>

<file path=ppt/tags/tag24.xml><?xml version="1.0" encoding="utf-8"?>
<p:tagLst xmlns:p="http://schemas.openxmlformats.org/presentationml/2006/main">
  <p:tag name="RAINPROBLEM" val="ProblemItem"/>
  <p:tag name="KSO_WM_DIAGRAM_VIRTUALLY_FRAME" val="{&quot;height&quot;:253.1,&quot;left&quot;:111.75,&quot;top&quot;:179.8,&quot;width&quot;:740.25}"/>
</p:tagLst>
</file>

<file path=ppt/tags/tag25.xml><?xml version="1.0" encoding="utf-8"?>
<p:tagLst xmlns:p="http://schemas.openxmlformats.org/presentationml/2006/main">
  <p:tag name="RAINPROBLEM" val="ProblemBullet"/>
  <p:tag name="RAINPROBLEMTYPE" val="MultipleChoiceMA"/>
  <p:tag name="RAINBULLET" val="Wrong"/>
  <p:tag name="KSO_WM_DIAGRAM_VIRTUALLY_FRAME" val="{&quot;height&quot;:253.1,&quot;left&quot;:111.75,&quot;top&quot;:179.8,&quot;width&quot;:740.25}"/>
</p:tagLst>
</file>

<file path=ppt/tags/tag26.xml><?xml version="1.0" encoding="utf-8"?>
<p:tagLst xmlns:p="http://schemas.openxmlformats.org/presentationml/2006/main">
  <p:tag name="RAINPROBLEM" val="ProblemBullet"/>
  <p:tag name="RAINPROBLEMTYPE" val="MultipleChoiceMA"/>
  <p:tag name="RAINBULLET" val="Wrong"/>
  <p:tag name="KSO_WM_DIAGRAM_VIRTUALLY_FRAME" val="{&quot;height&quot;:253.1,&quot;left&quot;:111.75,&quot;top&quot;:179.8,&quot;width&quot;:740.25}"/>
</p:tagLst>
</file>

<file path=ppt/tags/tag27.xml><?xml version="1.0" encoding="utf-8"?>
<p:tagLst xmlns:p="http://schemas.openxmlformats.org/presentationml/2006/main">
  <p:tag name="RAINPROBLEM" val="ProblemBullet"/>
  <p:tag name="RAINPROBLEMTYPE" val="MultipleChoiceMA"/>
  <p:tag name="RAINBULLET" val="Correct"/>
  <p:tag name="KSO_WM_DIAGRAM_VIRTUALLY_FRAME" val="{&quot;height&quot;:253.1,&quot;left&quot;:111.75,&quot;top&quot;:179.8,&quot;width&quot;:740.25}"/>
</p:tagLst>
</file>

<file path=ppt/tags/tag28.xml><?xml version="1.0" encoding="utf-8"?>
<p:tagLst xmlns:p="http://schemas.openxmlformats.org/presentationml/2006/main">
  <p:tag name="RAINPROBLEM" val="ProblemBullet"/>
  <p:tag name="RAINPROBLEMTYPE" val="MultipleChoiceMA"/>
  <p:tag name="RAINBULLET" val="Correct"/>
  <p:tag name="KSO_WM_DIAGRAM_VIRTUALLY_FRAME" val="{&quot;height&quot;:253.1,&quot;left&quot;:111.75,&quot;top&quot;:179.8,&quot;width&quot;:740.25}"/>
</p:tagLst>
</file>

<file path=ppt/tags/tag29.xml><?xml version="1.0" encoding="utf-8"?>
<p:tagLst xmlns:p="http://schemas.openxmlformats.org/presentationml/2006/main">
  <p:tag name="RAINPROBLEM" val="ProblemSubmit"/>
  <p:tag name="RAINPROBLEMTYPE" val="MultipleChoiceMA"/>
</p:tagLst>
</file>

<file path=ppt/tags/tag30.xml><?xml version="1.0" encoding="utf-8"?>
<p:tagLst xmlns:p="http://schemas.openxmlformats.org/presentationml/2006/main">
  <p:tag name="RAINPROBLEMTYPE" val="ProblemTypeMarker"/>
</p:tagLst>
</file>

<file path=ppt/tags/tag31.xml><?xml version="1.0" encoding="utf-8"?>
<p:tagLst xmlns:p="http://schemas.openxmlformats.org/presentationml/2006/main">
  <p:tag name="RAINPROBLEMTYPE" val="ProblemTypeMarker"/>
</p:tagLst>
</file>

<file path=ppt/tags/tag32.xml><?xml version="1.0" encoding="utf-8"?>
<p:tagLst xmlns:p="http://schemas.openxmlformats.org/presentationml/2006/main">
  <p:tag name="RAINPROBLEMTYPE" val="ProblemTypeMarker"/>
</p:tagLst>
</file>

<file path=ppt/tags/tag33.xml><?xml version="1.0" encoding="utf-8"?>
<p:tagLst xmlns:p="http://schemas.openxmlformats.org/presentationml/2006/main">
  <p:tag name="RAINPROBLEMTYPE" val="ProblemTypeMarker"/>
</p:tagLst>
</file>

<file path=ppt/tags/tag34.xml><?xml version="1.0" encoding="utf-8"?>
<p:tagLst xmlns:p="http://schemas.openxmlformats.org/presentationml/2006/main">
  <p:tag name="RAINPROBLEMTYPE" val="ProblemTypeMarker"/>
</p:tagLst>
</file>

<file path=ppt/tags/tag35.xml><?xml version="1.0" encoding="utf-8"?>
<p:tagLst xmlns:p="http://schemas.openxmlformats.org/presentationml/2006/main">
  <p:tag name="RAINPROBLEM" val="ProblemSetting"/>
  <p:tag name="RAINPROBLEMTYPE" val="MultipleChoiceMA"/>
</p:tagLst>
</file>

<file path=ppt/tags/tag36.xml><?xml version="1.0" encoding="utf-8"?>
<p:tagLst xmlns:p="http://schemas.openxmlformats.org/presentationml/2006/main">
  <p:tag name="RAINPROBLEM" val="MultipleChoiceMA"/>
  <p:tag name="PROBLEMSCORE" val="15.0"/>
  <p:tag name="PROBLEMSCORE_HALF" val="5.0"/>
</p:tagLst>
</file>

<file path=ppt/tags/tag37.xml><?xml version="1.0" encoding="utf-8"?>
<p:tagLst xmlns:p="http://schemas.openxmlformats.org/presentationml/2006/main">
  <p:tag name="RAINPROBLEM" val="ProblemBody"/>
</p:tagLst>
</file>

<file path=ppt/tags/tag38.xml><?xml version="1.0" encoding="utf-8"?>
<p:tagLst xmlns:p="http://schemas.openxmlformats.org/presentationml/2006/main">
  <p:tag name="RAINPROBLEM" val="ProblemSubmit"/>
  <p:tag name="RAINPROBLEMTYPE" val="ShortAnswer"/>
</p:tagLst>
</file>

<file path=ppt/tags/tag39.xml><?xml version="1.0" encoding="utf-8"?>
<p:tagLst xmlns:p="http://schemas.openxmlformats.org/presentationml/2006/main">
  <p:tag name="RAINPROBLEMTYPE" val="ProblemTypeMarker"/>
</p:tagLst>
</file>

<file path=ppt/tags/tag40.xml><?xml version="1.0" encoding="utf-8"?>
<p:tagLst xmlns:p="http://schemas.openxmlformats.org/presentationml/2006/main">
  <p:tag name="RAINPROBLEMTYPE" val="ProblemTypeMarker"/>
</p:tagLst>
</file>

<file path=ppt/tags/tag41.xml><?xml version="1.0" encoding="utf-8"?>
<p:tagLst xmlns:p="http://schemas.openxmlformats.org/presentationml/2006/main">
  <p:tag name="RAINPROBLEMTYPE" val="ProblemTypeMarker"/>
</p:tagLst>
</file>

<file path=ppt/tags/tag42.xml><?xml version="1.0" encoding="utf-8"?>
<p:tagLst xmlns:p="http://schemas.openxmlformats.org/presentationml/2006/main">
  <p:tag name="RAINPROBLEMTYPE" val="ProblemTypeMarker"/>
</p:tagLst>
</file>

<file path=ppt/tags/tag43.xml><?xml version="1.0" encoding="utf-8"?>
<p:tagLst xmlns:p="http://schemas.openxmlformats.org/presentationml/2006/main">
  <p:tag name="RAINPROBLEMTYPE" val="ProblemTypeMarker"/>
</p:tagLst>
</file>

<file path=ppt/tags/tag44.xml><?xml version="1.0" encoding="utf-8"?>
<p:tagLst xmlns:p="http://schemas.openxmlformats.org/presentationml/2006/main">
  <p:tag name="RAINPROBLEM" val="ProblemSetting"/>
  <p:tag name="RAINPROBLEMTYPE" val="ShortAnswer"/>
</p:tagLst>
</file>

<file path=ppt/tags/tag45.xml><?xml version="1.0" encoding="utf-8"?>
<p:tagLst xmlns:p="http://schemas.openxmlformats.org/presentationml/2006/main">
  <p:tag name="RAINPROBLEM" val="ShortAnswer"/>
  <p:tag name="PROBLEMSCORE" val="20.0"/>
  <p:tag name="PROBLEMVOICEALLOWED" val="False"/>
</p:tagLst>
</file>

<file path=ppt/tags/tag46.xml><?xml version="1.0" encoding="utf-8"?>
<p:tagLst xmlns:p="http://schemas.openxmlformats.org/presentationml/2006/main">
  <p:tag name="RAINPROBLEM" val="ProblemBody"/>
</p:tagLst>
</file>

<file path=ppt/tags/tag47.xml><?xml version="1.0" encoding="utf-8"?>
<p:tagLst xmlns:p="http://schemas.openxmlformats.org/presentationml/2006/main">
  <p:tag name="RAINPROBLEM" val="ProblemItem"/>
  <p:tag name="KSO_WM_DIAGRAM_VIRTUALLY_FRAME" val="{&quot;height&quot;:253.1,&quot;left&quot;:119.45,&quot;top&quot;:186.7,&quot;width&quot;:740.25}"/>
</p:tagLst>
</file>

<file path=ppt/tags/tag48.xml><?xml version="1.0" encoding="utf-8"?>
<p:tagLst xmlns:p="http://schemas.openxmlformats.org/presentationml/2006/main">
  <p:tag name="RAINPROBLEM" val="ProblemItem"/>
  <p:tag name="KSO_WM_DIAGRAM_VIRTUALLY_FRAME" val="{&quot;height&quot;:253.1,&quot;left&quot;:119.45,&quot;top&quot;:186.7,&quot;width&quot;:740.25}"/>
</p:tagLst>
</file>

<file path=ppt/tags/tag49.xml><?xml version="1.0" encoding="utf-8"?>
<p:tagLst xmlns:p="http://schemas.openxmlformats.org/presentationml/2006/main">
  <p:tag name="RAINPROBLEM" val="ProblemItem"/>
  <p:tag name="KSO_WM_DIAGRAM_VIRTUALLY_FRAME" val="{&quot;height&quot;:253.1,&quot;left&quot;:119.45,&quot;top&quot;:186.7,&quot;width&quot;:740.25}"/>
</p:tagLst>
</file>

<file path=ppt/tags/tag50.xml><?xml version="1.0" encoding="utf-8"?>
<p:tagLst xmlns:p="http://schemas.openxmlformats.org/presentationml/2006/main">
  <p:tag name="RAINPROBLEM" val="ProblemItem"/>
  <p:tag name="KSO_WM_DIAGRAM_VIRTUALLY_FRAME" val="{&quot;height&quot;:253.1,&quot;left&quot;:119.45,&quot;top&quot;:186.7,&quot;width&quot;:740.25}"/>
</p:tagLst>
</file>

<file path=ppt/tags/tag51.xml><?xml version="1.0" encoding="utf-8"?>
<p:tagLst xmlns:p="http://schemas.openxmlformats.org/presentationml/2006/main">
  <p:tag name="RAINPROBLEM" val="ProblemBullet"/>
  <p:tag name="RAINPROBLEMTYPE" val="MultipleChoice"/>
  <p:tag name="RAINBULLET" val="Wrong"/>
  <p:tag name="KSO_WM_DIAGRAM_VIRTUALLY_FRAME" val="{&quot;height&quot;:253.1,&quot;left&quot;:119.45,&quot;top&quot;:186.7,&quot;width&quot;:740.25}"/>
</p:tagLst>
</file>

<file path=ppt/tags/tag52.xml><?xml version="1.0" encoding="utf-8"?>
<p:tagLst xmlns:p="http://schemas.openxmlformats.org/presentationml/2006/main">
  <p:tag name="RAINPROBLEM" val="ProblemBullet"/>
  <p:tag name="RAINPROBLEMTYPE" val="MultipleChoice"/>
  <p:tag name="RAINBULLET" val="Wrong"/>
  <p:tag name="KSO_WM_DIAGRAM_VIRTUALLY_FRAME" val="{&quot;height&quot;:253.1,&quot;left&quot;:119.45,&quot;top&quot;:186.7,&quot;width&quot;:740.25}"/>
</p:tagLst>
</file>

<file path=ppt/tags/tag53.xml><?xml version="1.0" encoding="utf-8"?>
<p:tagLst xmlns:p="http://schemas.openxmlformats.org/presentationml/2006/main">
  <p:tag name="RAINPROBLEM" val="ProblemBullet"/>
  <p:tag name="RAINPROBLEMTYPE" val="MultipleChoice"/>
  <p:tag name="RAINBULLET" val="Correct"/>
  <p:tag name="KSO_WM_DIAGRAM_VIRTUALLY_FRAME" val="{&quot;height&quot;:253.1,&quot;left&quot;:119.45,&quot;top&quot;:186.7,&quot;width&quot;:740.25}"/>
</p:tagLst>
</file>

<file path=ppt/tags/tag54.xml><?xml version="1.0" encoding="utf-8"?>
<p:tagLst xmlns:p="http://schemas.openxmlformats.org/presentationml/2006/main">
  <p:tag name="RAINPROBLEM" val="ProblemBullet"/>
  <p:tag name="RAINPROBLEMTYPE" val="MultipleChoice"/>
  <p:tag name="RAINBULLET" val="Wrong"/>
  <p:tag name="KSO_WM_DIAGRAM_VIRTUALLY_FRAME" val="{&quot;height&quot;:253.1,&quot;left&quot;:119.45,&quot;top&quot;:186.7,&quot;width&quot;:740.25}"/>
</p:tagLst>
</file>

<file path=ppt/tags/tag55.xml><?xml version="1.0" encoding="utf-8"?>
<p:tagLst xmlns:p="http://schemas.openxmlformats.org/presentationml/2006/main">
  <p:tag name="RAINPROBLEM" val="ProblemSubmit"/>
  <p:tag name="RAINPROBLEMTYPE" val="MultipleChoice"/>
</p:tagLst>
</file>

<file path=ppt/tags/tag56.xml><?xml version="1.0" encoding="utf-8"?>
<p:tagLst xmlns:p="http://schemas.openxmlformats.org/presentationml/2006/main">
  <p:tag name="RAINPROBLEMTYPE" val="ProblemTypeMarker"/>
</p:tagLst>
</file>

<file path=ppt/tags/tag57.xml><?xml version="1.0" encoding="utf-8"?>
<p:tagLst xmlns:p="http://schemas.openxmlformats.org/presentationml/2006/main">
  <p:tag name="RAINPROBLEMTYPE" val="ProblemTypeMarker"/>
</p:tagLst>
</file>

<file path=ppt/tags/tag58.xml><?xml version="1.0" encoding="utf-8"?>
<p:tagLst xmlns:p="http://schemas.openxmlformats.org/presentationml/2006/main">
  <p:tag name="RAINPROBLEMTYPE" val="ProblemTypeMarker"/>
</p:tagLst>
</file>

<file path=ppt/tags/tag59.xml><?xml version="1.0" encoding="utf-8"?>
<p:tagLst xmlns:p="http://schemas.openxmlformats.org/presentationml/2006/main">
  <p:tag name="RAINPROBLEMTYPE" val="ProblemTypeMarker"/>
</p:tagLst>
</file>

<file path=ppt/tags/tag60.xml><?xml version="1.0" encoding="utf-8"?>
<p:tagLst xmlns:p="http://schemas.openxmlformats.org/presentationml/2006/main">
  <p:tag name="RAINPROBLEMTYPE" val="ProblemTypeMarker"/>
</p:tagLst>
</file>

<file path=ppt/tags/tag61.xml><?xml version="1.0" encoding="utf-8"?>
<p:tagLst xmlns:p="http://schemas.openxmlformats.org/presentationml/2006/main">
  <p:tag name="RAINPROBLEM" val="ProblemSetting"/>
  <p:tag name="RAINPROBLEMTYPE" val="MultipleChoice"/>
</p:tagLst>
</file>

<file path=ppt/tags/tag62.xml><?xml version="1.0" encoding="utf-8"?>
<p:tagLst xmlns:p="http://schemas.openxmlformats.org/presentationml/2006/main">
  <p:tag name="RAINPROBLEM" val="MultipleChoice"/>
  <p:tag name="PROBLEMSCORE" val="20.0"/>
</p:tagLst>
</file>

<file path=ppt/tags/tag63.xml><?xml version="1.0" encoding="utf-8"?>
<p:tagLst xmlns:p="http://schemas.openxmlformats.org/presentationml/2006/main">
  <p:tag name="commondata" val="eyJoZGlkIjoiZTY1NThmYzJlMWRjMDNhYzFmMTdkNmU1NThkNTc3ODEifQ=="/>
  <p:tag name="resource_record_key" val="{&quot;13&quot;:[4650186]}"/>
</p:tagLst>
</file>

<file path=ppt/theme/theme1.xml><?xml version="1.0" encoding="utf-8"?>
<a:theme xmlns:a="http://schemas.openxmlformats.org/drawingml/2006/main" name="2_Office 主题​​">
  <a:themeElements>
    <a:clrScheme name="自定义 1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070C0"/>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extLst>
      <a:ext uri="{D81B5157-A7B6-4480-A006-42BB1BC3E7BB}">
        <wpsdc:hlinkScheme xmlns:wpsdc="http://www.wps.cn/officeDocument/2017/drawingmlCustomData" underline="false"/>
      </a:ext>
    </a:extLst>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extLst>
      <a:ext uri="{D81B5157-A7B6-4480-A006-42BB1BC3E7BB}">
        <wpsdc:hlinkScheme xmlns:wpsdc="http://www.wps.cn/officeDocument/2017/drawingmlCustomData" underline="false"/>
      </a:ext>
    </a:extLst>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4975</Words>
  <Application>WPS 演示</Application>
  <PresentationFormat>宽屏</PresentationFormat>
  <Paragraphs>199</Paragraphs>
  <Slides>16</Slides>
  <Notes>77</Notes>
  <HiddenSlides>0</HiddenSlides>
  <MMClips>0</MMClips>
  <ScaleCrop>false</ScaleCrop>
  <HeadingPairs>
    <vt:vector size="6" baseType="variant">
      <vt:variant>
        <vt:lpstr>已用的字体</vt:lpstr>
      </vt:variant>
      <vt:variant>
        <vt:i4>18</vt:i4>
      </vt:variant>
      <vt:variant>
        <vt:lpstr>主题</vt:lpstr>
      </vt:variant>
      <vt:variant>
        <vt:i4>2</vt:i4>
      </vt:variant>
      <vt:variant>
        <vt:lpstr>幻灯片标题</vt:lpstr>
      </vt:variant>
      <vt:variant>
        <vt:i4>16</vt:i4>
      </vt:variant>
    </vt:vector>
  </HeadingPairs>
  <TitlesOfParts>
    <vt:vector size="36" baseType="lpstr">
      <vt:lpstr>Arial</vt:lpstr>
      <vt:lpstr>宋体</vt:lpstr>
      <vt:lpstr>Wingdings</vt:lpstr>
      <vt:lpstr>Arial Black</vt:lpstr>
      <vt:lpstr>思源黑体 CN Regular</vt:lpstr>
      <vt:lpstr>黑体</vt:lpstr>
      <vt:lpstr>Calibri</vt:lpstr>
      <vt:lpstr>Calibri</vt:lpstr>
      <vt:lpstr>等线</vt:lpstr>
      <vt:lpstr>楷体</vt:lpstr>
      <vt:lpstr>微软雅黑</vt:lpstr>
      <vt:lpstr>Wingdings</vt:lpstr>
      <vt:lpstr>华文楷体</vt:lpstr>
      <vt:lpstr>Arial Narrow</vt:lpstr>
      <vt:lpstr>Arial Unicode MS</vt:lpstr>
      <vt:lpstr>等线 Light</vt:lpstr>
      <vt:lpstr>Times New Roman</vt:lpstr>
      <vt:lpstr>汉仪雅酷黑简</vt:lpstr>
      <vt:lpstr>2_Office 主题​​</vt:lpstr>
      <vt:lpstr>3_Office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Dilys</dc:creator>
  <cp:lastModifiedBy>Cooper</cp:lastModifiedBy>
  <cp:revision>711</cp:revision>
  <dcterms:created xsi:type="dcterms:W3CDTF">2021-05-22T03:56:00Z</dcterms:created>
  <dcterms:modified xsi:type="dcterms:W3CDTF">2025-11-08T16:40:28Z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2052-12.1.0.23542</vt:lpwstr>
  </property>
  <property fmtid="{D5CDD505-2E9C-101B-9397-08002B2CF9AE}" pid="3" name="ICV">
    <vt:lpwstr>C5B5A7CCECA84F84A6B5DB8FCE6564B4_12</vt:lpwstr>
  </property>
</Properties>
</file>